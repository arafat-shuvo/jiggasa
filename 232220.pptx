
<file path=[Content_Types].xml><?xml version="1.0" encoding="utf-8"?>
<Types xmlns="http://schemas.openxmlformats.org/package/2006/content-types">
  <Default Extension="png" ContentType="image/png"/>
  <Default Extension="svg" ContentType="image/svg+xml"/>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79" r:id="rId4"/>
  </p:sldMasterIdLst>
  <p:notesMasterIdLst>
    <p:notesMasterId r:id="rId36"/>
  </p:notesMasterIdLst>
  <p:handoutMasterIdLst>
    <p:handoutMasterId r:id="rId37"/>
  </p:handoutMasterIdLst>
  <p:sldIdLst>
    <p:sldId id="256" r:id="rId5"/>
    <p:sldId id="257" r:id="rId6"/>
    <p:sldId id="309" r:id="rId7"/>
    <p:sldId id="310" r:id="rId8"/>
    <p:sldId id="278" r:id="rId9"/>
    <p:sldId id="279" r:id="rId10"/>
    <p:sldId id="258" r:id="rId11"/>
    <p:sldId id="266" r:id="rId12"/>
    <p:sldId id="301" r:id="rId13"/>
    <p:sldId id="292" r:id="rId14"/>
    <p:sldId id="284" r:id="rId15"/>
    <p:sldId id="282" r:id="rId16"/>
    <p:sldId id="297" r:id="rId17"/>
    <p:sldId id="295" r:id="rId18"/>
    <p:sldId id="290" r:id="rId19"/>
    <p:sldId id="293" r:id="rId20"/>
    <p:sldId id="294" r:id="rId21"/>
    <p:sldId id="271" r:id="rId22"/>
    <p:sldId id="285" r:id="rId23"/>
    <p:sldId id="296" r:id="rId24"/>
    <p:sldId id="286" r:id="rId25"/>
    <p:sldId id="302" r:id="rId26"/>
    <p:sldId id="298" r:id="rId27"/>
    <p:sldId id="299" r:id="rId28"/>
    <p:sldId id="283" r:id="rId29"/>
    <p:sldId id="289" r:id="rId30"/>
    <p:sldId id="281" r:id="rId31"/>
    <p:sldId id="304" r:id="rId32"/>
    <p:sldId id="303" r:id="rId33"/>
    <p:sldId id="305" r:id="rId34"/>
    <p:sldId id="308"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898989"/>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622C8CA-6463-4579-861B-68B4E3C257C7}" v="42" dt="2025-09-13T15:25:07.78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929" autoAdjust="0"/>
    <p:restoredTop sz="90655" autoAdjust="0"/>
  </p:normalViewPr>
  <p:slideViewPr>
    <p:cSldViewPr snapToGrid="0">
      <p:cViewPr varScale="1">
        <p:scale>
          <a:sx n="63" d="100"/>
          <a:sy n="63" d="100"/>
        </p:scale>
        <p:origin x="436" y="28"/>
      </p:cViewPr>
      <p:guideLst/>
    </p:cSldViewPr>
  </p:slideViewPr>
  <p:outlineViewPr>
    <p:cViewPr>
      <p:scale>
        <a:sx n="33" d="100"/>
        <a:sy n="33" d="100"/>
      </p:scale>
      <p:origin x="0" y="-2880"/>
    </p:cViewPr>
  </p:outlineViewPr>
  <p:notesTextViewPr>
    <p:cViewPr>
      <p:scale>
        <a:sx n="1" d="1"/>
        <a:sy n="1" d="1"/>
      </p:scale>
      <p:origin x="0" y="0"/>
    </p:cViewPr>
  </p:notesTextViewPr>
  <p:sorterViewPr>
    <p:cViewPr>
      <p:scale>
        <a:sx n="100" d="100"/>
        <a:sy n="100" d="100"/>
      </p:scale>
      <p:origin x="0" y="0"/>
    </p:cViewPr>
  </p:sorterViewPr>
  <p:notesViewPr>
    <p:cSldViewPr snapToGrid="0">
      <p:cViewPr>
        <p:scale>
          <a:sx n="1" d="2"/>
          <a:sy n="1" d="2"/>
        </p:scale>
        <p:origin x="3403" y="29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viewProps" Target="viewProps.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handoutMaster" Target="handoutMasters/handoutMaster1.xml"/><Relationship Id="rId40" Type="http://schemas.openxmlformats.org/officeDocument/2006/relationships/theme" Target="theme/theme1.xml"/><Relationship Id="rId45"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it Rayhan" userId="eed162fed0172f5f" providerId="LiveId" clId="{E452EDAC-3AD2-42DE-9512-A14E73630335}"/>
    <pc:docChg chg="undo custSel addSld delSld modSld sldOrd">
      <pc:chgData name="Amit Rayhan" userId="eed162fed0172f5f" providerId="LiveId" clId="{E452EDAC-3AD2-42DE-9512-A14E73630335}" dt="2025-09-14T04:41:28.935" v="928" actId="313"/>
      <pc:docMkLst>
        <pc:docMk/>
      </pc:docMkLst>
      <pc:sldChg chg="modSp mod">
        <pc:chgData name="Amit Rayhan" userId="eed162fed0172f5f" providerId="LiveId" clId="{E452EDAC-3AD2-42DE-9512-A14E73630335}" dt="2025-09-13T15:25:24.617" v="921" actId="20577"/>
        <pc:sldMkLst>
          <pc:docMk/>
          <pc:sldMk cId="2586058810" sldId="256"/>
        </pc:sldMkLst>
        <pc:spChg chg="mod">
          <ac:chgData name="Amit Rayhan" userId="eed162fed0172f5f" providerId="LiveId" clId="{E452EDAC-3AD2-42DE-9512-A14E73630335}" dt="2025-09-13T15:25:24.617" v="921" actId="20577"/>
          <ac:spMkLst>
            <pc:docMk/>
            <pc:sldMk cId="2586058810" sldId="256"/>
            <ac:spMk id="4" creationId="{14CCBE92-02CA-37DF-9E15-5057FE9124E9}"/>
          </ac:spMkLst>
        </pc:spChg>
      </pc:sldChg>
      <pc:sldChg chg="addSp delSp modSp mod">
        <pc:chgData name="Amit Rayhan" userId="eed162fed0172f5f" providerId="LiveId" clId="{E452EDAC-3AD2-42DE-9512-A14E73630335}" dt="2025-09-13T15:06:48.682" v="774" actId="1076"/>
        <pc:sldMkLst>
          <pc:docMk/>
          <pc:sldMk cId="1742861620" sldId="266"/>
        </pc:sldMkLst>
        <pc:spChg chg="mod">
          <ac:chgData name="Amit Rayhan" userId="eed162fed0172f5f" providerId="LiveId" clId="{E452EDAC-3AD2-42DE-9512-A14E73630335}" dt="2025-09-13T15:06:48.682" v="774" actId="1076"/>
          <ac:spMkLst>
            <pc:docMk/>
            <pc:sldMk cId="1742861620" sldId="266"/>
            <ac:spMk id="3" creationId="{FED19BCA-B61F-4EA6-A1FB-CCA3BD8506FB}"/>
          </ac:spMkLst>
        </pc:spChg>
        <pc:spChg chg="add del mod">
          <ac:chgData name="Amit Rayhan" userId="eed162fed0172f5f" providerId="LiveId" clId="{E452EDAC-3AD2-42DE-9512-A14E73630335}" dt="2025-09-13T10:30:53.572" v="1" actId="931"/>
          <ac:spMkLst>
            <pc:docMk/>
            <pc:sldMk cId="1742861620" sldId="266"/>
            <ac:spMk id="14" creationId="{3B8BBE0D-4B43-D8C9-89F5-71C376307FC8}"/>
          </ac:spMkLst>
        </pc:spChg>
        <pc:picChg chg="del mod">
          <ac:chgData name="Amit Rayhan" userId="eed162fed0172f5f" providerId="LiveId" clId="{E452EDAC-3AD2-42DE-9512-A14E73630335}" dt="2025-09-13T14:56:49.754" v="761" actId="478"/>
          <ac:picMkLst>
            <pc:docMk/>
            <pc:sldMk cId="1742861620" sldId="266"/>
            <ac:picMk id="5" creationId="{DEF59408-C87B-3BC9-8E07-7DD1EE6C439B}"/>
          </ac:picMkLst>
        </pc:picChg>
        <pc:picChg chg="del">
          <ac:chgData name="Amit Rayhan" userId="eed162fed0172f5f" providerId="LiveId" clId="{E452EDAC-3AD2-42DE-9512-A14E73630335}" dt="2025-09-13T10:30:48.164" v="0" actId="478"/>
          <ac:picMkLst>
            <pc:docMk/>
            <pc:sldMk cId="1742861620" sldId="266"/>
            <ac:picMk id="12" creationId="{BF454A08-6538-F8F9-15CB-5F2124C30DC3}"/>
          </ac:picMkLst>
        </pc:picChg>
        <pc:picChg chg="add mod">
          <ac:chgData name="Amit Rayhan" userId="eed162fed0172f5f" providerId="LiveId" clId="{E452EDAC-3AD2-42DE-9512-A14E73630335}" dt="2025-09-13T10:30:55.564" v="2" actId="27614"/>
          <ac:picMkLst>
            <pc:docMk/>
            <pc:sldMk cId="1742861620" sldId="266"/>
            <ac:picMk id="16" creationId="{2FAED28E-BF36-8770-EDCD-2E833541A32B}"/>
          </ac:picMkLst>
        </pc:picChg>
      </pc:sldChg>
      <pc:sldChg chg="addSp delSp modSp mod ord">
        <pc:chgData name="Amit Rayhan" userId="eed162fed0172f5f" providerId="LiveId" clId="{E452EDAC-3AD2-42DE-9512-A14E73630335}" dt="2025-09-13T12:24:01.547" v="319"/>
        <pc:sldMkLst>
          <pc:docMk/>
          <pc:sldMk cId="1969787568" sldId="271"/>
        </pc:sldMkLst>
        <pc:spChg chg="del mod">
          <ac:chgData name="Amit Rayhan" userId="eed162fed0172f5f" providerId="LiveId" clId="{E452EDAC-3AD2-42DE-9512-A14E73630335}" dt="2025-09-13T11:54:01.973" v="191" actId="21"/>
          <ac:spMkLst>
            <pc:docMk/>
            <pc:sldMk cId="1969787568" sldId="271"/>
            <ac:spMk id="2" creationId="{8BDF1EDE-5423-435C-B149-87AB1BC22B83}"/>
          </ac:spMkLst>
        </pc:spChg>
        <pc:spChg chg="del mod">
          <ac:chgData name="Amit Rayhan" userId="eed162fed0172f5f" providerId="LiveId" clId="{E452EDAC-3AD2-42DE-9512-A14E73630335}" dt="2025-09-13T11:53:56.028" v="189" actId="21"/>
          <ac:spMkLst>
            <pc:docMk/>
            <pc:sldMk cId="1969787568" sldId="271"/>
            <ac:spMk id="3" creationId="{AF64C29E-DF30-4DC6-AB95-2016F9A703B6}"/>
          </ac:spMkLst>
        </pc:spChg>
        <pc:spChg chg="add mod">
          <ac:chgData name="Amit Rayhan" userId="eed162fed0172f5f" providerId="LiveId" clId="{E452EDAC-3AD2-42DE-9512-A14E73630335}" dt="2025-09-13T11:55:09.257" v="207" actId="1076"/>
          <ac:spMkLst>
            <pc:docMk/>
            <pc:sldMk cId="1969787568" sldId="271"/>
            <ac:spMk id="8" creationId="{1039B061-4B53-A950-37BB-2724CB61B059}"/>
          </ac:spMkLst>
        </pc:spChg>
        <pc:picChg chg="add mod">
          <ac:chgData name="Amit Rayhan" userId="eed162fed0172f5f" providerId="LiveId" clId="{E452EDAC-3AD2-42DE-9512-A14E73630335}" dt="2025-09-13T11:55:47.600" v="210"/>
          <ac:picMkLst>
            <pc:docMk/>
            <pc:sldMk cId="1969787568" sldId="271"/>
            <ac:picMk id="5" creationId="{7C536FA6-CEB5-463F-B3F0-A1F61B6D93E9}"/>
          </ac:picMkLst>
        </pc:picChg>
      </pc:sldChg>
      <pc:sldChg chg="modSp mod">
        <pc:chgData name="Amit Rayhan" userId="eed162fed0172f5f" providerId="LiveId" clId="{E452EDAC-3AD2-42DE-9512-A14E73630335}" dt="2025-09-13T14:19:01.873" v="488" actId="20577"/>
        <pc:sldMkLst>
          <pc:docMk/>
          <pc:sldMk cId="103458723" sldId="281"/>
        </pc:sldMkLst>
        <pc:spChg chg="mod">
          <ac:chgData name="Amit Rayhan" userId="eed162fed0172f5f" providerId="LiveId" clId="{E452EDAC-3AD2-42DE-9512-A14E73630335}" dt="2025-09-13T14:18:39.159" v="483" actId="1076"/>
          <ac:spMkLst>
            <pc:docMk/>
            <pc:sldMk cId="103458723" sldId="281"/>
            <ac:spMk id="2" creationId="{A95E2E6A-35EC-1B8E-0FD7-8C67870ACA64}"/>
          </ac:spMkLst>
        </pc:spChg>
        <pc:spChg chg="mod">
          <ac:chgData name="Amit Rayhan" userId="eed162fed0172f5f" providerId="LiveId" clId="{E452EDAC-3AD2-42DE-9512-A14E73630335}" dt="2025-09-13T14:19:01.873" v="488" actId="20577"/>
          <ac:spMkLst>
            <pc:docMk/>
            <pc:sldMk cId="103458723" sldId="281"/>
            <ac:spMk id="35" creationId="{EDBE6233-75E9-40D1-968F-58CA9AD0FF50}"/>
          </ac:spMkLst>
        </pc:spChg>
      </pc:sldChg>
      <pc:sldChg chg="addSp delSp modSp mod">
        <pc:chgData name="Amit Rayhan" userId="eed162fed0172f5f" providerId="LiveId" clId="{E452EDAC-3AD2-42DE-9512-A14E73630335}" dt="2025-09-13T12:24:43.224" v="322" actId="478"/>
        <pc:sldMkLst>
          <pc:docMk/>
          <pc:sldMk cId="636929804" sldId="282"/>
        </pc:sldMkLst>
        <pc:spChg chg="mod">
          <ac:chgData name="Amit Rayhan" userId="eed162fed0172f5f" providerId="LiveId" clId="{E452EDAC-3AD2-42DE-9512-A14E73630335}" dt="2025-09-13T12:19:43.333" v="295" actId="1076"/>
          <ac:spMkLst>
            <pc:docMk/>
            <pc:sldMk cId="636929804" sldId="282"/>
            <ac:spMk id="18" creationId="{4D6152BC-E771-36F9-1EE3-E42315D568D7}"/>
          </ac:spMkLst>
        </pc:spChg>
        <pc:spChg chg="add">
          <ac:chgData name="Amit Rayhan" userId="eed162fed0172f5f" providerId="LiveId" clId="{E452EDAC-3AD2-42DE-9512-A14E73630335}" dt="2025-09-13T12:19:02.927" v="288"/>
          <ac:spMkLst>
            <pc:docMk/>
            <pc:sldMk cId="636929804" sldId="282"/>
            <ac:spMk id="21" creationId="{474203DB-3EB2-A75B-D8E6-B531B6AD971A}"/>
          </ac:spMkLst>
        </pc:spChg>
        <pc:spChg chg="add mod">
          <ac:chgData name="Amit Rayhan" userId="eed162fed0172f5f" providerId="LiveId" clId="{E452EDAC-3AD2-42DE-9512-A14E73630335}" dt="2025-09-13T12:19:07.708" v="289"/>
          <ac:spMkLst>
            <pc:docMk/>
            <pc:sldMk cId="636929804" sldId="282"/>
            <ac:spMk id="22" creationId="{F2D58AD2-F5B2-57A6-F9FA-8A8A516626AD}"/>
          </ac:spMkLst>
        </pc:spChg>
        <pc:spChg chg="add mod">
          <ac:chgData name="Amit Rayhan" userId="eed162fed0172f5f" providerId="LiveId" clId="{E452EDAC-3AD2-42DE-9512-A14E73630335}" dt="2025-09-13T12:19:23.240" v="290"/>
          <ac:spMkLst>
            <pc:docMk/>
            <pc:sldMk cId="636929804" sldId="282"/>
            <ac:spMk id="23" creationId="{230E5C56-5B6B-3BF8-8AEC-2D7C6FA0339C}"/>
          </ac:spMkLst>
        </pc:spChg>
        <pc:spChg chg="del">
          <ac:chgData name="Amit Rayhan" userId="eed162fed0172f5f" providerId="LiveId" clId="{E452EDAC-3AD2-42DE-9512-A14E73630335}" dt="2025-09-13T12:19:27.476" v="291" actId="931"/>
          <ac:spMkLst>
            <pc:docMk/>
            <pc:sldMk cId="636929804" sldId="282"/>
            <ac:spMk id="36" creationId="{E71298F0-74F1-FECA-0F02-495F9A2EBA7B}"/>
          </ac:spMkLst>
        </pc:spChg>
        <pc:picChg chg="del">
          <ac:chgData name="Amit Rayhan" userId="eed162fed0172f5f" providerId="LiveId" clId="{E452EDAC-3AD2-42DE-9512-A14E73630335}" dt="2025-09-13T12:19:00.616" v="287" actId="478"/>
          <ac:picMkLst>
            <pc:docMk/>
            <pc:sldMk cId="636929804" sldId="282"/>
            <ac:picMk id="10" creationId="{A46154A1-2184-8246-9C2A-628D1BBC7645}"/>
          </ac:picMkLst>
        </pc:picChg>
        <pc:picChg chg="add del mod">
          <ac:chgData name="Amit Rayhan" userId="eed162fed0172f5f" providerId="LiveId" clId="{E452EDAC-3AD2-42DE-9512-A14E73630335}" dt="2025-09-13T12:04:57.985" v="221" actId="478"/>
          <ac:picMkLst>
            <pc:docMk/>
            <pc:sldMk cId="636929804" sldId="282"/>
            <ac:picMk id="20" creationId="{21817D6E-DFAA-3EFB-2882-674030D506BE}"/>
          </ac:picMkLst>
        </pc:picChg>
        <pc:picChg chg="add mod">
          <ac:chgData name="Amit Rayhan" userId="eed162fed0172f5f" providerId="LiveId" clId="{E452EDAC-3AD2-42DE-9512-A14E73630335}" dt="2025-09-13T12:19:33.442" v="294" actId="14100"/>
          <ac:picMkLst>
            <pc:docMk/>
            <pc:sldMk cId="636929804" sldId="282"/>
            <ac:picMk id="25" creationId="{A0A98DCA-F6AB-5BBA-098A-C54519928473}"/>
          </ac:picMkLst>
        </pc:picChg>
        <pc:picChg chg="add mod">
          <ac:chgData name="Amit Rayhan" userId="eed162fed0172f5f" providerId="LiveId" clId="{E452EDAC-3AD2-42DE-9512-A14E73630335}" dt="2025-09-13T12:21:36.852" v="306" actId="14100"/>
          <ac:picMkLst>
            <pc:docMk/>
            <pc:sldMk cId="636929804" sldId="282"/>
            <ac:picMk id="27" creationId="{0A7C6A15-CC01-E972-9599-D0CE25F88D35}"/>
          </ac:picMkLst>
        </pc:picChg>
        <pc:picChg chg="add del mod">
          <ac:chgData name="Amit Rayhan" userId="eed162fed0172f5f" providerId="LiveId" clId="{E452EDAC-3AD2-42DE-9512-A14E73630335}" dt="2025-09-13T12:24:43.224" v="322" actId="478"/>
          <ac:picMkLst>
            <pc:docMk/>
            <pc:sldMk cId="636929804" sldId="282"/>
            <ac:picMk id="28" creationId="{70679896-F242-20CD-08E0-8F8C11698B93}"/>
          </ac:picMkLst>
        </pc:picChg>
        <pc:cxnChg chg="del mod">
          <ac:chgData name="Amit Rayhan" userId="eed162fed0172f5f" providerId="LiveId" clId="{E452EDAC-3AD2-42DE-9512-A14E73630335}" dt="2025-09-13T12:21:53.582" v="308" actId="478"/>
          <ac:cxnSpMkLst>
            <pc:docMk/>
            <pc:sldMk cId="636929804" sldId="282"/>
            <ac:cxnSpMk id="12" creationId="{51E9DB79-7FC7-C82D-0CAA-222DB0147CD1}"/>
          </ac:cxnSpMkLst>
        </pc:cxnChg>
      </pc:sldChg>
      <pc:sldChg chg="addSp delSp modSp mod">
        <pc:chgData name="Amit Rayhan" userId="eed162fed0172f5f" providerId="LiveId" clId="{E452EDAC-3AD2-42DE-9512-A14E73630335}" dt="2025-09-13T12:22:50.458" v="317" actId="1076"/>
        <pc:sldMkLst>
          <pc:docMk/>
          <pc:sldMk cId="1658164610" sldId="283"/>
        </pc:sldMkLst>
        <pc:spChg chg="mod">
          <ac:chgData name="Amit Rayhan" userId="eed162fed0172f5f" providerId="LiveId" clId="{E452EDAC-3AD2-42DE-9512-A14E73630335}" dt="2025-09-13T11:40:47.921" v="48" actId="14100"/>
          <ac:spMkLst>
            <pc:docMk/>
            <pc:sldMk cId="1658164610" sldId="283"/>
            <ac:spMk id="3" creationId="{4321055C-5E33-5D21-2A6E-21827FA88ED3}"/>
          </ac:spMkLst>
        </pc:spChg>
        <pc:spChg chg="add del mod">
          <ac:chgData name="Amit Rayhan" userId="eed162fed0172f5f" providerId="LiveId" clId="{E452EDAC-3AD2-42DE-9512-A14E73630335}" dt="2025-09-13T11:42:11.852" v="63" actId="21"/>
          <ac:spMkLst>
            <pc:docMk/>
            <pc:sldMk cId="1658164610" sldId="283"/>
            <ac:spMk id="4" creationId="{02C1597B-E557-FBD5-97CB-AA2E878BA173}"/>
          </ac:spMkLst>
        </pc:spChg>
        <pc:spChg chg="mod">
          <ac:chgData name="Amit Rayhan" userId="eed162fed0172f5f" providerId="LiveId" clId="{E452EDAC-3AD2-42DE-9512-A14E73630335}" dt="2025-09-13T11:43:06.088" v="81" actId="20577"/>
          <ac:spMkLst>
            <pc:docMk/>
            <pc:sldMk cId="1658164610" sldId="283"/>
            <ac:spMk id="6" creationId="{B587B122-1579-FDB8-443B-F05E622163C3}"/>
          </ac:spMkLst>
        </pc:spChg>
        <pc:graphicFrameChg chg="del">
          <ac:chgData name="Amit Rayhan" userId="eed162fed0172f5f" providerId="LiveId" clId="{E452EDAC-3AD2-42DE-9512-A14E73630335}" dt="2025-09-13T11:42:08.211" v="62" actId="21"/>
          <ac:graphicFrameMkLst>
            <pc:docMk/>
            <pc:sldMk cId="1658164610" sldId="283"/>
            <ac:graphicFrameMk id="10" creationId="{98ED67AF-B48B-F5F8-E2FD-1C98C42C4D54}"/>
          </ac:graphicFrameMkLst>
        </pc:graphicFrameChg>
        <pc:picChg chg="add mod">
          <ac:chgData name="Amit Rayhan" userId="eed162fed0172f5f" providerId="LiveId" clId="{E452EDAC-3AD2-42DE-9512-A14E73630335}" dt="2025-09-13T12:22:50.458" v="317" actId="1076"/>
          <ac:picMkLst>
            <pc:docMk/>
            <pc:sldMk cId="1658164610" sldId="283"/>
            <ac:picMk id="7" creationId="{EAADFCFC-A81D-FE08-059A-AD5D583E49E5}"/>
          </ac:picMkLst>
        </pc:picChg>
      </pc:sldChg>
      <pc:sldChg chg="addSp delSp modSp mod">
        <pc:chgData name="Amit Rayhan" userId="eed162fed0172f5f" providerId="LiveId" clId="{E452EDAC-3AD2-42DE-9512-A14E73630335}" dt="2025-09-13T14:19:50.401" v="490" actId="1076"/>
        <pc:sldMkLst>
          <pc:docMk/>
          <pc:sldMk cId="2403577982" sldId="284"/>
        </pc:sldMkLst>
        <pc:spChg chg="add mod">
          <ac:chgData name="Amit Rayhan" userId="eed162fed0172f5f" providerId="LiveId" clId="{E452EDAC-3AD2-42DE-9512-A14E73630335}" dt="2025-09-13T14:19:45.369" v="489" actId="1076"/>
          <ac:spMkLst>
            <pc:docMk/>
            <pc:sldMk cId="2403577982" sldId="284"/>
            <ac:spMk id="3" creationId="{2B3F8D92-D306-FC8A-A0E9-5D5188935B7E}"/>
          </ac:spMkLst>
        </pc:spChg>
        <pc:spChg chg="add del mod">
          <ac:chgData name="Amit Rayhan" userId="eed162fed0172f5f" providerId="LiveId" clId="{E452EDAC-3AD2-42DE-9512-A14E73630335}" dt="2025-09-13T14:08:21.564" v="445"/>
          <ac:spMkLst>
            <pc:docMk/>
            <pc:sldMk cId="2403577982" sldId="284"/>
            <ac:spMk id="5" creationId="{B77AB40E-816C-5197-A005-F6EFC5485939}"/>
          </ac:spMkLst>
        </pc:spChg>
        <pc:spChg chg="mod">
          <ac:chgData name="Amit Rayhan" userId="eed162fed0172f5f" providerId="LiveId" clId="{E452EDAC-3AD2-42DE-9512-A14E73630335}" dt="2025-09-13T11:47:23.954" v="108" actId="1076"/>
          <ac:spMkLst>
            <pc:docMk/>
            <pc:sldMk cId="2403577982" sldId="284"/>
            <ac:spMk id="6" creationId="{D2E1CF79-4FDC-8CAF-CC16-E309A2C49758}"/>
          </ac:spMkLst>
        </pc:spChg>
        <pc:spChg chg="add mod">
          <ac:chgData name="Amit Rayhan" userId="eed162fed0172f5f" providerId="LiveId" clId="{E452EDAC-3AD2-42DE-9512-A14E73630335}" dt="2025-09-13T14:19:50.401" v="490" actId="1076"/>
          <ac:spMkLst>
            <pc:docMk/>
            <pc:sldMk cId="2403577982" sldId="284"/>
            <ac:spMk id="8" creationId="{3B8DAEC1-0CFE-72F3-5105-070EF41F7D4D}"/>
          </ac:spMkLst>
        </pc:spChg>
        <pc:spChg chg="add del mod">
          <ac:chgData name="Amit Rayhan" userId="eed162fed0172f5f" providerId="LiveId" clId="{E452EDAC-3AD2-42DE-9512-A14E73630335}" dt="2025-09-13T13:59:44.726" v="387"/>
          <ac:spMkLst>
            <pc:docMk/>
            <pc:sldMk cId="2403577982" sldId="284"/>
            <ac:spMk id="11" creationId="{C607F4AC-F587-C7A8-6000-4C5BBB5D6987}"/>
          </ac:spMkLst>
        </pc:spChg>
        <pc:spChg chg="mod">
          <ac:chgData name="Amit Rayhan" userId="eed162fed0172f5f" providerId="LiveId" clId="{E452EDAC-3AD2-42DE-9512-A14E73630335}" dt="2025-09-13T11:46:42.241" v="84" actId="1076"/>
          <ac:spMkLst>
            <pc:docMk/>
            <pc:sldMk cId="2403577982" sldId="284"/>
            <ac:spMk id="17" creationId="{09140014-73D5-419B-8867-972BB18D52D4}"/>
          </ac:spMkLst>
        </pc:spChg>
        <pc:spChg chg="del mod">
          <ac:chgData name="Amit Rayhan" userId="eed162fed0172f5f" providerId="LiveId" clId="{E452EDAC-3AD2-42DE-9512-A14E73630335}" dt="2025-09-13T11:48:39.661" v="113" actId="21"/>
          <ac:spMkLst>
            <pc:docMk/>
            <pc:sldMk cId="2403577982" sldId="284"/>
            <ac:spMk id="20" creationId="{33D8731E-4977-402E-8BFD-895B4D0544CC}"/>
          </ac:spMkLst>
        </pc:spChg>
        <pc:spChg chg="del mod">
          <ac:chgData name="Amit Rayhan" userId="eed162fed0172f5f" providerId="LiveId" clId="{E452EDAC-3AD2-42DE-9512-A14E73630335}" dt="2025-09-13T14:09:15.499" v="472" actId="21"/>
          <ac:spMkLst>
            <pc:docMk/>
            <pc:sldMk cId="2403577982" sldId="284"/>
            <ac:spMk id="34" creationId="{AE07A905-8B37-D13F-25D3-1D3BCDB86B0B}"/>
          </ac:spMkLst>
        </pc:spChg>
        <pc:spChg chg="del mod">
          <ac:chgData name="Amit Rayhan" userId="eed162fed0172f5f" providerId="LiveId" clId="{E452EDAC-3AD2-42DE-9512-A14E73630335}" dt="2025-09-13T14:09:08.212" v="470" actId="21"/>
          <ac:spMkLst>
            <pc:docMk/>
            <pc:sldMk cId="2403577982" sldId="284"/>
            <ac:spMk id="35" creationId="{4E9A764F-6B65-050E-E561-82F77339D164}"/>
          </ac:spMkLst>
        </pc:spChg>
      </pc:sldChg>
      <pc:sldChg chg="addSp delSp modSp new mod ord">
        <pc:chgData name="Amit Rayhan" userId="eed162fed0172f5f" providerId="LiveId" clId="{E452EDAC-3AD2-42DE-9512-A14E73630335}" dt="2025-09-13T14:22:54.978" v="514" actId="478"/>
        <pc:sldMkLst>
          <pc:docMk/>
          <pc:sldMk cId="1094147754" sldId="285"/>
        </pc:sldMkLst>
        <pc:spChg chg="mod">
          <ac:chgData name="Amit Rayhan" userId="eed162fed0172f5f" providerId="LiveId" clId="{E452EDAC-3AD2-42DE-9512-A14E73630335}" dt="2025-09-13T14:21:15.041" v="500" actId="1076"/>
          <ac:spMkLst>
            <pc:docMk/>
            <pc:sldMk cId="1094147754" sldId="285"/>
            <ac:spMk id="2" creationId="{9029B305-7785-9C77-C26D-C1601D1C7A84}"/>
          </ac:spMkLst>
        </pc:spChg>
        <pc:spChg chg="mod">
          <ac:chgData name="Amit Rayhan" userId="eed162fed0172f5f" providerId="LiveId" clId="{E452EDAC-3AD2-42DE-9512-A14E73630335}" dt="2025-09-13T14:22:06.537" v="508" actId="313"/>
          <ac:spMkLst>
            <pc:docMk/>
            <pc:sldMk cId="1094147754" sldId="285"/>
            <ac:spMk id="3" creationId="{34BB654E-0A43-B058-62B1-FDF906FAEE05}"/>
          </ac:spMkLst>
        </pc:spChg>
        <pc:picChg chg="add del mod">
          <ac:chgData name="Amit Rayhan" userId="eed162fed0172f5f" providerId="LiveId" clId="{E452EDAC-3AD2-42DE-9512-A14E73630335}" dt="2025-09-13T14:22:54.978" v="514" actId="478"/>
          <ac:picMkLst>
            <pc:docMk/>
            <pc:sldMk cId="1094147754" sldId="285"/>
            <ac:picMk id="6" creationId="{BB461F56-9EB3-953D-D979-55993540A58D}"/>
          </ac:picMkLst>
        </pc:picChg>
      </pc:sldChg>
      <pc:sldChg chg="addSp delSp modSp del mod ord">
        <pc:chgData name="Amit Rayhan" userId="eed162fed0172f5f" providerId="LiveId" clId="{E452EDAC-3AD2-42DE-9512-A14E73630335}" dt="2025-09-13T11:55:58.618" v="211" actId="2696"/>
        <pc:sldMkLst>
          <pc:docMk/>
          <pc:sldMk cId="2791821786" sldId="285"/>
        </pc:sldMkLst>
        <pc:spChg chg="add del mod">
          <ac:chgData name="Amit Rayhan" userId="eed162fed0172f5f" providerId="LiveId" clId="{E452EDAC-3AD2-42DE-9512-A14E73630335}" dt="2025-09-13T11:50:17.962" v="147" actId="21"/>
          <ac:spMkLst>
            <pc:docMk/>
            <pc:sldMk cId="2791821786" sldId="285"/>
            <ac:spMk id="3" creationId="{22E9969C-BB2F-72C9-9F57-A129F46136A8}"/>
          </ac:spMkLst>
        </pc:spChg>
        <pc:spChg chg="mod">
          <ac:chgData name="Amit Rayhan" userId="eed162fed0172f5f" providerId="LiveId" clId="{E452EDAC-3AD2-42DE-9512-A14E73630335}" dt="2025-09-13T11:51:08.809" v="175" actId="1076"/>
          <ac:spMkLst>
            <pc:docMk/>
            <pc:sldMk cId="2791821786" sldId="285"/>
            <ac:spMk id="8" creationId="{3E5FEE2D-79E5-4C1D-8BF7-EE619CA7039A}"/>
          </ac:spMkLst>
        </pc:spChg>
        <pc:graphicFrameChg chg="del modGraphic">
          <ac:chgData name="Amit Rayhan" userId="eed162fed0172f5f" providerId="LiveId" clId="{E452EDAC-3AD2-42DE-9512-A14E73630335}" dt="2025-09-13T11:50:15.574" v="146" actId="21"/>
          <ac:graphicFrameMkLst>
            <pc:docMk/>
            <pc:sldMk cId="2791821786" sldId="285"/>
            <ac:graphicFrameMk id="13" creationId="{4A94C7BE-6E60-66F0-EFD4-2F452B0D743A}"/>
          </ac:graphicFrameMkLst>
        </pc:graphicFrameChg>
        <pc:picChg chg="add mod">
          <ac:chgData name="Amit Rayhan" userId="eed162fed0172f5f" providerId="LiveId" clId="{E452EDAC-3AD2-42DE-9512-A14E73630335}" dt="2025-09-13T11:51:30.474" v="181" actId="1076"/>
          <ac:picMkLst>
            <pc:docMk/>
            <pc:sldMk cId="2791821786" sldId="285"/>
            <ac:picMk id="6" creationId="{FA5CAB65-E4C5-FB51-5F9D-F4D4B0F7FE2C}"/>
          </ac:picMkLst>
        </pc:picChg>
      </pc:sldChg>
      <pc:sldChg chg="addSp delSp modSp new mod ord">
        <pc:chgData name="Amit Rayhan" userId="eed162fed0172f5f" providerId="LiveId" clId="{E452EDAC-3AD2-42DE-9512-A14E73630335}" dt="2025-09-13T15:01:30.990" v="763" actId="1076"/>
        <pc:sldMkLst>
          <pc:docMk/>
          <pc:sldMk cId="3231853396" sldId="286"/>
        </pc:sldMkLst>
        <pc:spChg chg="del">
          <ac:chgData name="Amit Rayhan" userId="eed162fed0172f5f" providerId="LiveId" clId="{E452EDAC-3AD2-42DE-9512-A14E73630335}" dt="2025-09-13T14:33:18.680" v="606" actId="478"/>
          <ac:spMkLst>
            <pc:docMk/>
            <pc:sldMk cId="3231853396" sldId="286"/>
            <ac:spMk id="2" creationId="{9C84FC8A-6304-D9F1-A383-1A7C4FBC27C0}"/>
          </ac:spMkLst>
        </pc:spChg>
        <pc:spChg chg="del">
          <ac:chgData name="Amit Rayhan" userId="eed162fed0172f5f" providerId="LiveId" clId="{E452EDAC-3AD2-42DE-9512-A14E73630335}" dt="2025-09-13T14:33:19.843" v="607" actId="478"/>
          <ac:spMkLst>
            <pc:docMk/>
            <pc:sldMk cId="3231853396" sldId="286"/>
            <ac:spMk id="3" creationId="{4D15A6E5-EAF7-77CC-BB1D-7CD9B266EC7B}"/>
          </ac:spMkLst>
        </pc:spChg>
        <pc:spChg chg="add mod">
          <ac:chgData name="Amit Rayhan" userId="eed162fed0172f5f" providerId="LiveId" clId="{E452EDAC-3AD2-42DE-9512-A14E73630335}" dt="2025-09-13T15:01:30.990" v="763" actId="1076"/>
          <ac:spMkLst>
            <pc:docMk/>
            <pc:sldMk cId="3231853396" sldId="286"/>
            <ac:spMk id="7" creationId="{C8626977-F9BD-1A76-6766-967AAE1DE79A}"/>
          </ac:spMkLst>
        </pc:spChg>
        <pc:picChg chg="add mod">
          <ac:chgData name="Amit Rayhan" userId="eed162fed0172f5f" providerId="LiveId" clId="{E452EDAC-3AD2-42DE-9512-A14E73630335}" dt="2025-09-13T15:01:23.734" v="762" actId="1076"/>
          <ac:picMkLst>
            <pc:docMk/>
            <pc:sldMk cId="3231853396" sldId="286"/>
            <ac:picMk id="6" creationId="{1432BB69-6D86-487C-173C-07F841683333}"/>
          </ac:picMkLst>
        </pc:picChg>
      </pc:sldChg>
      <pc:sldChg chg="new del">
        <pc:chgData name="Amit Rayhan" userId="eed162fed0172f5f" providerId="LiveId" clId="{E452EDAC-3AD2-42DE-9512-A14E73630335}" dt="2025-09-13T15:06:18.099" v="770" actId="47"/>
        <pc:sldMkLst>
          <pc:docMk/>
          <pc:sldMk cId="54917909" sldId="287"/>
        </pc:sldMkLst>
      </pc:sldChg>
      <pc:sldChg chg="new del">
        <pc:chgData name="Amit Rayhan" userId="eed162fed0172f5f" providerId="LiveId" clId="{E452EDAC-3AD2-42DE-9512-A14E73630335}" dt="2025-09-13T15:06:19.157" v="771" actId="47"/>
        <pc:sldMkLst>
          <pc:docMk/>
          <pc:sldMk cId="2833552863" sldId="288"/>
        </pc:sldMkLst>
      </pc:sldChg>
      <pc:sldChg chg="delSp modSp new mod">
        <pc:chgData name="Amit Rayhan" userId="eed162fed0172f5f" providerId="LiveId" clId="{E452EDAC-3AD2-42DE-9512-A14E73630335}" dt="2025-09-14T04:41:28.935" v="928" actId="313"/>
        <pc:sldMkLst>
          <pc:docMk/>
          <pc:sldMk cId="4281837520" sldId="289"/>
        </pc:sldMkLst>
        <pc:spChg chg="mod">
          <ac:chgData name="Amit Rayhan" userId="eed162fed0172f5f" providerId="LiveId" clId="{E452EDAC-3AD2-42DE-9512-A14E73630335}" dt="2025-09-13T14:38:30.946" v="673" actId="1076"/>
          <ac:spMkLst>
            <pc:docMk/>
            <pc:sldMk cId="4281837520" sldId="289"/>
            <ac:spMk id="2" creationId="{9A586639-91AD-5B9B-B0CF-024753B7378E}"/>
          </ac:spMkLst>
        </pc:spChg>
        <pc:spChg chg="del">
          <ac:chgData name="Amit Rayhan" userId="eed162fed0172f5f" providerId="LiveId" clId="{E452EDAC-3AD2-42DE-9512-A14E73630335}" dt="2025-09-13T14:33:10.657" v="603" actId="478"/>
          <ac:spMkLst>
            <pc:docMk/>
            <pc:sldMk cId="4281837520" sldId="289"/>
            <ac:spMk id="3" creationId="{EF53CA75-55EF-84A6-33C9-AFB6B8872C63}"/>
          </ac:spMkLst>
        </pc:spChg>
        <pc:spChg chg="mod">
          <ac:chgData name="Amit Rayhan" userId="eed162fed0172f5f" providerId="LiveId" clId="{E452EDAC-3AD2-42DE-9512-A14E73630335}" dt="2025-09-14T04:41:28.935" v="928" actId="313"/>
          <ac:spMkLst>
            <pc:docMk/>
            <pc:sldMk cId="4281837520" sldId="289"/>
            <ac:spMk id="4" creationId="{10AD9EB3-A249-0AA8-77EE-374520194F29}"/>
          </ac:spMkLst>
        </pc:spChg>
        <pc:spChg chg="del">
          <ac:chgData name="Amit Rayhan" userId="eed162fed0172f5f" providerId="LiveId" clId="{E452EDAC-3AD2-42DE-9512-A14E73630335}" dt="2025-09-13T14:33:06.624" v="601" actId="478"/>
          <ac:spMkLst>
            <pc:docMk/>
            <pc:sldMk cId="4281837520" sldId="289"/>
            <ac:spMk id="5" creationId="{CA11E8D8-A11B-A3F9-52D1-2CF4CAD50D30}"/>
          </ac:spMkLst>
        </pc:spChg>
        <pc:spChg chg="del">
          <ac:chgData name="Amit Rayhan" userId="eed162fed0172f5f" providerId="LiveId" clId="{E452EDAC-3AD2-42DE-9512-A14E73630335}" dt="2025-09-13T14:33:08.438" v="602" actId="478"/>
          <ac:spMkLst>
            <pc:docMk/>
            <pc:sldMk cId="4281837520" sldId="289"/>
            <ac:spMk id="6" creationId="{0069DAB1-62DE-37E7-F76F-F34A5A501B4B}"/>
          </ac:spMkLst>
        </pc:spChg>
      </pc:sldChg>
      <pc:sldChg chg="addSp delSp modSp new mod ord">
        <pc:chgData name="Amit Rayhan" userId="eed162fed0172f5f" providerId="LiveId" clId="{E452EDAC-3AD2-42DE-9512-A14E73630335}" dt="2025-09-13T12:17:49.804" v="280" actId="1076"/>
        <pc:sldMkLst>
          <pc:docMk/>
          <pc:sldMk cId="3390245403" sldId="290"/>
        </pc:sldMkLst>
        <pc:spChg chg="del">
          <ac:chgData name="Amit Rayhan" userId="eed162fed0172f5f" providerId="LiveId" clId="{E452EDAC-3AD2-42DE-9512-A14E73630335}" dt="2025-09-13T12:14:57.364" v="239" actId="478"/>
          <ac:spMkLst>
            <pc:docMk/>
            <pc:sldMk cId="3390245403" sldId="290"/>
            <ac:spMk id="2" creationId="{F7AAC1B8-4484-C688-FB7F-7EBB217E7B17}"/>
          </ac:spMkLst>
        </pc:spChg>
        <pc:spChg chg="del">
          <ac:chgData name="Amit Rayhan" userId="eed162fed0172f5f" providerId="LiveId" clId="{E452EDAC-3AD2-42DE-9512-A14E73630335}" dt="2025-09-13T12:14:52.450" v="238" actId="478"/>
          <ac:spMkLst>
            <pc:docMk/>
            <pc:sldMk cId="3390245403" sldId="290"/>
            <ac:spMk id="3" creationId="{CB05676E-5DE2-7628-F60F-81FED046C424}"/>
          </ac:spMkLst>
        </pc:spChg>
        <pc:spChg chg="del">
          <ac:chgData name="Amit Rayhan" userId="eed162fed0172f5f" providerId="LiveId" clId="{E452EDAC-3AD2-42DE-9512-A14E73630335}" dt="2025-09-13T12:14:58.608" v="240" actId="478"/>
          <ac:spMkLst>
            <pc:docMk/>
            <pc:sldMk cId="3390245403" sldId="290"/>
            <ac:spMk id="4" creationId="{89C0A6C3-FF96-44D2-2565-007EE530E396}"/>
          </ac:spMkLst>
        </pc:spChg>
        <pc:spChg chg="add mod">
          <ac:chgData name="Amit Rayhan" userId="eed162fed0172f5f" providerId="LiveId" clId="{E452EDAC-3AD2-42DE-9512-A14E73630335}" dt="2025-09-13T12:17:49.804" v="280" actId="1076"/>
          <ac:spMkLst>
            <pc:docMk/>
            <pc:sldMk cId="3390245403" sldId="290"/>
            <ac:spMk id="8" creationId="{61C24C9C-1366-6430-D753-CBE23996D4AF}"/>
          </ac:spMkLst>
        </pc:spChg>
        <pc:picChg chg="add mod">
          <ac:chgData name="Amit Rayhan" userId="eed162fed0172f5f" providerId="LiveId" clId="{E452EDAC-3AD2-42DE-9512-A14E73630335}" dt="2025-09-13T12:15:12.111" v="244" actId="962"/>
          <ac:picMkLst>
            <pc:docMk/>
            <pc:sldMk cId="3390245403" sldId="290"/>
            <ac:picMk id="7" creationId="{0F58CAC2-A330-97CB-ED0A-1A1964A1B9B3}"/>
          </ac:picMkLst>
        </pc:picChg>
      </pc:sldChg>
      <pc:sldChg chg="new del">
        <pc:chgData name="Amit Rayhan" userId="eed162fed0172f5f" providerId="LiveId" clId="{E452EDAC-3AD2-42DE-9512-A14E73630335}" dt="2025-09-13T14:41:47.574" v="676" actId="2696"/>
        <pc:sldMkLst>
          <pc:docMk/>
          <pc:sldMk cId="1357301200" sldId="291"/>
        </pc:sldMkLst>
      </pc:sldChg>
      <pc:sldChg chg="addSp delSp modSp new mod ord">
        <pc:chgData name="Amit Rayhan" userId="eed162fed0172f5f" providerId="LiveId" clId="{E452EDAC-3AD2-42DE-9512-A14E73630335}" dt="2025-09-14T04:41:00.514" v="924" actId="313"/>
        <pc:sldMkLst>
          <pc:docMk/>
          <pc:sldMk cId="4240869489" sldId="292"/>
        </pc:sldMkLst>
        <pc:spChg chg="del">
          <ac:chgData name="Amit Rayhan" userId="eed162fed0172f5f" providerId="LiveId" clId="{E452EDAC-3AD2-42DE-9512-A14E73630335}" dt="2025-09-13T14:41:57.859" v="679" actId="478"/>
          <ac:spMkLst>
            <pc:docMk/>
            <pc:sldMk cId="4240869489" sldId="292"/>
            <ac:spMk id="2" creationId="{3C66BE92-B9FB-D9D7-3E47-2A9BB754C308}"/>
          </ac:spMkLst>
        </pc:spChg>
        <pc:spChg chg="del">
          <ac:chgData name="Amit Rayhan" userId="eed162fed0172f5f" providerId="LiveId" clId="{E452EDAC-3AD2-42DE-9512-A14E73630335}" dt="2025-09-13T14:41:56.065" v="678" actId="478"/>
          <ac:spMkLst>
            <pc:docMk/>
            <pc:sldMk cId="4240869489" sldId="292"/>
            <ac:spMk id="3" creationId="{C760BD9F-E870-B9BA-0850-C2AE1D464883}"/>
          </ac:spMkLst>
        </pc:spChg>
        <pc:spChg chg="del">
          <ac:chgData name="Amit Rayhan" userId="eed162fed0172f5f" providerId="LiveId" clId="{E452EDAC-3AD2-42DE-9512-A14E73630335}" dt="2025-09-13T14:41:53.841" v="677" actId="478"/>
          <ac:spMkLst>
            <pc:docMk/>
            <pc:sldMk cId="4240869489" sldId="292"/>
            <ac:spMk id="4" creationId="{20F7C5EC-F56C-2A6C-1459-B2C3163CDBE3}"/>
          </ac:spMkLst>
        </pc:spChg>
        <pc:spChg chg="add mod">
          <ac:chgData name="Amit Rayhan" userId="eed162fed0172f5f" providerId="LiveId" clId="{E452EDAC-3AD2-42DE-9512-A14E73630335}" dt="2025-09-13T15:07:10.658" v="776" actId="113"/>
          <ac:spMkLst>
            <pc:docMk/>
            <pc:sldMk cId="4240869489" sldId="292"/>
            <ac:spMk id="7" creationId="{B11B275B-B4D9-7AD6-5FCD-2BA860451580}"/>
          </ac:spMkLst>
        </pc:spChg>
        <pc:spChg chg="add mod">
          <ac:chgData name="Amit Rayhan" userId="eed162fed0172f5f" providerId="LiveId" clId="{E452EDAC-3AD2-42DE-9512-A14E73630335}" dt="2025-09-13T14:53:52.054" v="736" actId="1076"/>
          <ac:spMkLst>
            <pc:docMk/>
            <pc:sldMk cId="4240869489" sldId="292"/>
            <ac:spMk id="9" creationId="{E65B4217-DFA4-26BC-45E3-BD6E15B7E6C6}"/>
          </ac:spMkLst>
        </pc:spChg>
        <pc:spChg chg="add mod">
          <ac:chgData name="Amit Rayhan" userId="eed162fed0172f5f" providerId="LiveId" clId="{E452EDAC-3AD2-42DE-9512-A14E73630335}" dt="2025-09-14T04:41:00.514" v="924" actId="313"/>
          <ac:spMkLst>
            <pc:docMk/>
            <pc:sldMk cId="4240869489" sldId="292"/>
            <ac:spMk id="11" creationId="{C2474D4B-3701-0936-E328-76290F783EFE}"/>
          </ac:spMkLst>
        </pc:spChg>
      </pc:sldChg>
      <pc:sldChg chg="addSp delSp modSp new mod">
        <pc:chgData name="Amit Rayhan" userId="eed162fed0172f5f" providerId="LiveId" clId="{E452EDAC-3AD2-42DE-9512-A14E73630335}" dt="2025-09-13T12:18:06.172" v="283" actId="1076"/>
        <pc:sldMkLst>
          <pc:docMk/>
          <pc:sldMk cId="3387307110" sldId="293"/>
        </pc:sldMkLst>
        <pc:spChg chg="del">
          <ac:chgData name="Amit Rayhan" userId="eed162fed0172f5f" providerId="LiveId" clId="{E452EDAC-3AD2-42DE-9512-A14E73630335}" dt="2025-09-13T12:15:35.441" v="248" actId="478"/>
          <ac:spMkLst>
            <pc:docMk/>
            <pc:sldMk cId="3387307110" sldId="293"/>
            <ac:spMk id="2" creationId="{65AFB020-CA59-5AB1-53F7-21CBA83BB6EB}"/>
          </ac:spMkLst>
        </pc:spChg>
        <pc:spChg chg="del">
          <ac:chgData name="Amit Rayhan" userId="eed162fed0172f5f" providerId="LiveId" clId="{E452EDAC-3AD2-42DE-9512-A14E73630335}" dt="2025-09-13T12:15:33.619" v="247" actId="478"/>
          <ac:spMkLst>
            <pc:docMk/>
            <pc:sldMk cId="3387307110" sldId="293"/>
            <ac:spMk id="3" creationId="{4EA1DC40-DBED-AE29-2DCB-30B23A6CB651}"/>
          </ac:spMkLst>
        </pc:spChg>
        <pc:spChg chg="del">
          <ac:chgData name="Amit Rayhan" userId="eed162fed0172f5f" providerId="LiveId" clId="{E452EDAC-3AD2-42DE-9512-A14E73630335}" dt="2025-09-13T12:15:36.013" v="249" actId="478"/>
          <ac:spMkLst>
            <pc:docMk/>
            <pc:sldMk cId="3387307110" sldId="293"/>
            <ac:spMk id="4" creationId="{4815B66C-1E30-CDCB-1C8A-CAE4693FA425}"/>
          </ac:spMkLst>
        </pc:spChg>
        <pc:spChg chg="add mod">
          <ac:chgData name="Amit Rayhan" userId="eed162fed0172f5f" providerId="LiveId" clId="{E452EDAC-3AD2-42DE-9512-A14E73630335}" dt="2025-09-13T12:18:06.172" v="283" actId="1076"/>
          <ac:spMkLst>
            <pc:docMk/>
            <pc:sldMk cId="3387307110" sldId="293"/>
            <ac:spMk id="9" creationId="{2E654D2A-74FD-B632-0AAD-94D7BA772825}"/>
          </ac:spMkLst>
        </pc:spChg>
        <pc:picChg chg="add mod">
          <ac:chgData name="Amit Rayhan" userId="eed162fed0172f5f" providerId="LiveId" clId="{E452EDAC-3AD2-42DE-9512-A14E73630335}" dt="2025-09-13T12:17:58.128" v="281" actId="14100"/>
          <ac:picMkLst>
            <pc:docMk/>
            <pc:sldMk cId="3387307110" sldId="293"/>
            <ac:picMk id="7" creationId="{D8193D01-7217-4F19-59CF-D432797E5A0F}"/>
          </ac:picMkLst>
        </pc:picChg>
      </pc:sldChg>
      <pc:sldChg chg="addSp delSp modSp new mod">
        <pc:chgData name="Amit Rayhan" userId="eed162fed0172f5f" providerId="LiveId" clId="{E452EDAC-3AD2-42DE-9512-A14E73630335}" dt="2025-09-13T12:18:21.293" v="286" actId="1076"/>
        <pc:sldMkLst>
          <pc:docMk/>
          <pc:sldMk cId="671518689" sldId="294"/>
        </pc:sldMkLst>
        <pc:spChg chg="del">
          <ac:chgData name="Amit Rayhan" userId="eed162fed0172f5f" providerId="LiveId" clId="{E452EDAC-3AD2-42DE-9512-A14E73630335}" dt="2025-09-13T12:16:04.203" v="257" actId="478"/>
          <ac:spMkLst>
            <pc:docMk/>
            <pc:sldMk cId="671518689" sldId="294"/>
            <ac:spMk id="2" creationId="{E04FC051-32F4-E112-E8D3-E3F883CB6F0E}"/>
          </ac:spMkLst>
        </pc:spChg>
        <pc:spChg chg="del">
          <ac:chgData name="Amit Rayhan" userId="eed162fed0172f5f" providerId="LiveId" clId="{E452EDAC-3AD2-42DE-9512-A14E73630335}" dt="2025-09-13T12:16:02.408" v="256" actId="478"/>
          <ac:spMkLst>
            <pc:docMk/>
            <pc:sldMk cId="671518689" sldId="294"/>
            <ac:spMk id="3" creationId="{5C23CA03-05BC-DF45-8723-AA3306A34913}"/>
          </ac:spMkLst>
        </pc:spChg>
        <pc:spChg chg="del">
          <ac:chgData name="Amit Rayhan" userId="eed162fed0172f5f" providerId="LiveId" clId="{E452EDAC-3AD2-42DE-9512-A14E73630335}" dt="2025-09-13T12:16:05.369" v="258" actId="478"/>
          <ac:spMkLst>
            <pc:docMk/>
            <pc:sldMk cId="671518689" sldId="294"/>
            <ac:spMk id="4" creationId="{142DF3FB-71D8-5CDD-188A-E7D392ADAB65}"/>
          </ac:spMkLst>
        </pc:spChg>
        <pc:spChg chg="add mod">
          <ac:chgData name="Amit Rayhan" userId="eed162fed0172f5f" providerId="LiveId" clId="{E452EDAC-3AD2-42DE-9512-A14E73630335}" dt="2025-09-13T12:18:21.293" v="286" actId="1076"/>
          <ac:spMkLst>
            <pc:docMk/>
            <pc:sldMk cId="671518689" sldId="294"/>
            <ac:spMk id="9" creationId="{74922EE8-98B8-AB91-985F-23BE17D3F391}"/>
          </ac:spMkLst>
        </pc:spChg>
        <pc:picChg chg="add mod">
          <ac:chgData name="Amit Rayhan" userId="eed162fed0172f5f" providerId="LiveId" clId="{E452EDAC-3AD2-42DE-9512-A14E73630335}" dt="2025-09-13T12:16:24.830" v="262" actId="14100"/>
          <ac:picMkLst>
            <pc:docMk/>
            <pc:sldMk cId="671518689" sldId="294"/>
            <ac:picMk id="7" creationId="{0B862571-2867-D410-E7D0-E7A5AE6F9008}"/>
          </ac:picMkLst>
        </pc:picChg>
      </pc:sldChg>
      <pc:sldChg chg="new del">
        <pc:chgData name="Amit Rayhan" userId="eed162fed0172f5f" providerId="LiveId" clId="{E452EDAC-3AD2-42DE-9512-A14E73630335}" dt="2025-09-13T12:20:17.730" v="297" actId="47"/>
        <pc:sldMkLst>
          <pc:docMk/>
          <pc:sldMk cId="3439535760" sldId="295"/>
        </pc:sldMkLst>
      </pc:sldChg>
      <pc:sldChg chg="addSp delSp modSp new mod">
        <pc:chgData name="Amit Rayhan" userId="eed162fed0172f5f" providerId="LiveId" clId="{E452EDAC-3AD2-42DE-9512-A14E73630335}" dt="2025-09-13T14:20:02.678" v="491" actId="113"/>
        <pc:sldMkLst>
          <pc:docMk/>
          <pc:sldMk cId="3915930133" sldId="295"/>
        </pc:sldMkLst>
        <pc:spChg chg="del">
          <ac:chgData name="Amit Rayhan" userId="eed162fed0172f5f" providerId="LiveId" clId="{E452EDAC-3AD2-42DE-9512-A14E73630335}" dt="2025-09-13T12:27:01.492" v="358" actId="478"/>
          <ac:spMkLst>
            <pc:docMk/>
            <pc:sldMk cId="3915930133" sldId="295"/>
            <ac:spMk id="2" creationId="{17B19105-59F6-E6FB-29A5-7C6A62E3E357}"/>
          </ac:spMkLst>
        </pc:spChg>
        <pc:spChg chg="del">
          <ac:chgData name="Amit Rayhan" userId="eed162fed0172f5f" providerId="LiveId" clId="{E452EDAC-3AD2-42DE-9512-A14E73630335}" dt="2025-09-13T12:26:58.085" v="357" actId="478"/>
          <ac:spMkLst>
            <pc:docMk/>
            <pc:sldMk cId="3915930133" sldId="295"/>
            <ac:spMk id="3" creationId="{4307F934-0218-5668-14DD-110089F0F4AF}"/>
          </ac:spMkLst>
        </pc:spChg>
        <pc:spChg chg="del">
          <ac:chgData name="Amit Rayhan" userId="eed162fed0172f5f" providerId="LiveId" clId="{E452EDAC-3AD2-42DE-9512-A14E73630335}" dt="2025-09-13T12:27:02.669" v="359" actId="478"/>
          <ac:spMkLst>
            <pc:docMk/>
            <pc:sldMk cId="3915930133" sldId="295"/>
            <ac:spMk id="4" creationId="{11096022-383F-19F8-F4DE-6B9665E60B65}"/>
          </ac:spMkLst>
        </pc:spChg>
        <pc:spChg chg="del">
          <ac:chgData name="Amit Rayhan" userId="eed162fed0172f5f" providerId="LiveId" clId="{E452EDAC-3AD2-42DE-9512-A14E73630335}" dt="2025-09-13T12:27:05.545" v="360" actId="478"/>
          <ac:spMkLst>
            <pc:docMk/>
            <pc:sldMk cId="3915930133" sldId="295"/>
            <ac:spMk id="5" creationId="{29A3204E-964C-EE5F-77C2-3C4BDA864145}"/>
          </ac:spMkLst>
        </pc:spChg>
        <pc:spChg chg="del">
          <ac:chgData name="Amit Rayhan" userId="eed162fed0172f5f" providerId="LiveId" clId="{E452EDAC-3AD2-42DE-9512-A14E73630335}" dt="2025-09-13T12:27:07.444" v="361" actId="478"/>
          <ac:spMkLst>
            <pc:docMk/>
            <pc:sldMk cId="3915930133" sldId="295"/>
            <ac:spMk id="6" creationId="{B3A484F5-16EA-9353-FFA0-5B14331F6268}"/>
          </ac:spMkLst>
        </pc:spChg>
        <pc:spChg chg="add mod">
          <ac:chgData name="Amit Rayhan" userId="eed162fed0172f5f" providerId="LiveId" clId="{E452EDAC-3AD2-42DE-9512-A14E73630335}" dt="2025-09-13T12:27:26.017" v="364" actId="14100"/>
          <ac:spMkLst>
            <pc:docMk/>
            <pc:sldMk cId="3915930133" sldId="295"/>
            <ac:spMk id="9" creationId="{E657E622-BC4F-DB28-A8B5-3706FBA35923}"/>
          </ac:spMkLst>
        </pc:spChg>
        <pc:spChg chg="add mod">
          <ac:chgData name="Amit Rayhan" userId="eed162fed0172f5f" providerId="LiveId" clId="{E452EDAC-3AD2-42DE-9512-A14E73630335}" dt="2025-09-13T12:30:39.108" v="382" actId="1076"/>
          <ac:spMkLst>
            <pc:docMk/>
            <pc:sldMk cId="3915930133" sldId="295"/>
            <ac:spMk id="11" creationId="{9E719DF0-3DDB-008B-0520-77C71DAD684C}"/>
          </ac:spMkLst>
        </pc:spChg>
        <pc:spChg chg="add mod">
          <ac:chgData name="Amit Rayhan" userId="eed162fed0172f5f" providerId="LiveId" clId="{E452EDAC-3AD2-42DE-9512-A14E73630335}" dt="2025-09-13T14:20:02.678" v="491" actId="113"/>
          <ac:spMkLst>
            <pc:docMk/>
            <pc:sldMk cId="3915930133" sldId="295"/>
            <ac:spMk id="13" creationId="{BD6E7627-FF0B-036B-0F93-DF8D3AD1FA9A}"/>
          </ac:spMkLst>
        </pc:spChg>
      </pc:sldChg>
      <pc:sldChg chg="modSp new mod">
        <pc:chgData name="Amit Rayhan" userId="eed162fed0172f5f" providerId="LiveId" clId="{E452EDAC-3AD2-42DE-9512-A14E73630335}" dt="2025-09-13T14:26:36.455" v="548" actId="20577"/>
        <pc:sldMkLst>
          <pc:docMk/>
          <pc:sldMk cId="3623859882" sldId="296"/>
        </pc:sldMkLst>
        <pc:spChg chg="mod">
          <ac:chgData name="Amit Rayhan" userId="eed162fed0172f5f" providerId="LiveId" clId="{E452EDAC-3AD2-42DE-9512-A14E73630335}" dt="2025-09-13T14:24:04.394" v="535" actId="1076"/>
          <ac:spMkLst>
            <pc:docMk/>
            <pc:sldMk cId="3623859882" sldId="296"/>
            <ac:spMk id="2" creationId="{46A4A50C-ACEB-3610-566E-B6B9F3E3BF08}"/>
          </ac:spMkLst>
        </pc:spChg>
        <pc:spChg chg="mod">
          <ac:chgData name="Amit Rayhan" userId="eed162fed0172f5f" providerId="LiveId" clId="{E452EDAC-3AD2-42DE-9512-A14E73630335}" dt="2025-09-13T14:26:36.455" v="548" actId="20577"/>
          <ac:spMkLst>
            <pc:docMk/>
            <pc:sldMk cId="3623859882" sldId="296"/>
            <ac:spMk id="3" creationId="{10440695-417E-B14F-EB89-9B624C367BB2}"/>
          </ac:spMkLst>
        </pc:spChg>
      </pc:sldChg>
      <pc:sldChg chg="addSp delSp modSp add mod">
        <pc:chgData name="Amit Rayhan" userId="eed162fed0172f5f" providerId="LiveId" clId="{E452EDAC-3AD2-42DE-9512-A14E73630335}" dt="2025-09-13T14:07:40.963" v="440" actId="1076"/>
        <pc:sldMkLst>
          <pc:docMk/>
          <pc:sldMk cId="2471148803" sldId="297"/>
        </pc:sldMkLst>
        <pc:spChg chg="del mod">
          <ac:chgData name="Amit Rayhan" userId="eed162fed0172f5f" providerId="LiveId" clId="{E452EDAC-3AD2-42DE-9512-A14E73630335}" dt="2025-09-13T14:01:15.011" v="393"/>
          <ac:spMkLst>
            <pc:docMk/>
            <pc:sldMk cId="2471148803" sldId="297"/>
            <ac:spMk id="3" creationId="{16849D6D-0ACE-8A82-0470-2FB97B5308C9}"/>
          </ac:spMkLst>
        </pc:spChg>
        <pc:spChg chg="add del mod">
          <ac:chgData name="Amit Rayhan" userId="eed162fed0172f5f" providerId="LiveId" clId="{E452EDAC-3AD2-42DE-9512-A14E73630335}" dt="2025-09-13T14:07:26.322" v="437"/>
          <ac:spMkLst>
            <pc:docMk/>
            <pc:sldMk cId="2471148803" sldId="297"/>
            <ac:spMk id="4" creationId="{EE737E1A-E0B4-A7A8-66DE-1B0B2BBAAFD4}"/>
          </ac:spMkLst>
        </pc:spChg>
        <pc:spChg chg="del mod">
          <ac:chgData name="Amit Rayhan" userId="eed162fed0172f5f" providerId="LiveId" clId="{E452EDAC-3AD2-42DE-9512-A14E73630335}" dt="2025-09-13T14:01:15.011" v="395"/>
          <ac:spMkLst>
            <pc:docMk/>
            <pc:sldMk cId="2471148803" sldId="297"/>
            <ac:spMk id="5" creationId="{DFFC4790-4D61-7B50-8DE4-36AD4110E523}"/>
          </ac:spMkLst>
        </pc:spChg>
        <pc:spChg chg="mod">
          <ac:chgData name="Amit Rayhan" userId="eed162fed0172f5f" providerId="LiveId" clId="{E452EDAC-3AD2-42DE-9512-A14E73630335}" dt="2025-09-13T14:07:40.963" v="440" actId="1076"/>
          <ac:spMkLst>
            <pc:docMk/>
            <pc:sldMk cId="2471148803" sldId="297"/>
            <ac:spMk id="6" creationId="{4DBABCC9-5A12-F594-C0D4-0FED27C094FA}"/>
          </ac:spMkLst>
        </pc:spChg>
        <pc:spChg chg="del mod">
          <ac:chgData name="Amit Rayhan" userId="eed162fed0172f5f" providerId="LiveId" clId="{E452EDAC-3AD2-42DE-9512-A14E73630335}" dt="2025-09-13T14:01:15.011" v="397"/>
          <ac:spMkLst>
            <pc:docMk/>
            <pc:sldMk cId="2471148803" sldId="297"/>
            <ac:spMk id="8" creationId="{609D9408-83B4-12EE-E295-C062A5AA07E7}"/>
          </ac:spMkLst>
        </pc:spChg>
        <pc:spChg chg="add mod">
          <ac:chgData name="Amit Rayhan" userId="eed162fed0172f5f" providerId="LiveId" clId="{E452EDAC-3AD2-42DE-9512-A14E73630335}" dt="2025-09-13T14:07:37.240" v="439" actId="1076"/>
          <ac:spMkLst>
            <pc:docMk/>
            <pc:sldMk cId="2471148803" sldId="297"/>
            <ac:spMk id="10" creationId="{226532C4-EE00-9E66-6CBF-ABDC1BC9F94E}"/>
          </ac:spMkLst>
        </pc:spChg>
        <pc:spChg chg="mod">
          <ac:chgData name="Amit Rayhan" userId="eed162fed0172f5f" providerId="LiveId" clId="{E452EDAC-3AD2-42DE-9512-A14E73630335}" dt="2025-09-13T14:06:27.738" v="425" actId="1076"/>
          <ac:spMkLst>
            <pc:docMk/>
            <pc:sldMk cId="2471148803" sldId="297"/>
            <ac:spMk id="17" creationId="{52031866-7C39-F78B-0BEC-95CC7FCC5F1E}"/>
          </ac:spMkLst>
        </pc:spChg>
        <pc:spChg chg="mod">
          <ac:chgData name="Amit Rayhan" userId="eed162fed0172f5f" providerId="LiveId" clId="{E452EDAC-3AD2-42DE-9512-A14E73630335}" dt="2025-09-13T14:01:58.317" v="404" actId="20577"/>
          <ac:spMkLst>
            <pc:docMk/>
            <pc:sldMk cId="2471148803" sldId="297"/>
            <ac:spMk id="34" creationId="{E0B31F30-002D-2932-634F-570FE8B5B471}"/>
          </ac:spMkLst>
        </pc:spChg>
        <pc:spChg chg="mod">
          <ac:chgData name="Amit Rayhan" userId="eed162fed0172f5f" providerId="LiveId" clId="{E452EDAC-3AD2-42DE-9512-A14E73630335}" dt="2025-09-13T14:06:18.882" v="424" actId="1076"/>
          <ac:spMkLst>
            <pc:docMk/>
            <pc:sldMk cId="2471148803" sldId="297"/>
            <ac:spMk id="35" creationId="{03A1A5BC-FF0F-3EB4-7397-AC01ADDFE287}"/>
          </ac:spMkLst>
        </pc:spChg>
      </pc:sldChg>
      <pc:sldChg chg="addSp delSp modSp new mod ord">
        <pc:chgData name="Amit Rayhan" userId="eed162fed0172f5f" providerId="LiveId" clId="{E452EDAC-3AD2-42DE-9512-A14E73630335}" dt="2025-09-13T14:29:14.166" v="567" actId="1076"/>
        <pc:sldMkLst>
          <pc:docMk/>
          <pc:sldMk cId="624297312" sldId="298"/>
        </pc:sldMkLst>
        <pc:spChg chg="del">
          <ac:chgData name="Amit Rayhan" userId="eed162fed0172f5f" providerId="LiveId" clId="{E452EDAC-3AD2-42DE-9512-A14E73630335}" dt="2025-09-13T14:27:20.438" v="550" actId="478"/>
          <ac:spMkLst>
            <pc:docMk/>
            <pc:sldMk cId="624297312" sldId="298"/>
            <ac:spMk id="2" creationId="{C4A3F592-03A0-0ECC-195B-E7A64A368B99}"/>
          </ac:spMkLst>
        </pc:spChg>
        <pc:spChg chg="del">
          <ac:chgData name="Amit Rayhan" userId="eed162fed0172f5f" providerId="LiveId" clId="{E452EDAC-3AD2-42DE-9512-A14E73630335}" dt="2025-09-13T14:27:21.772" v="551" actId="478"/>
          <ac:spMkLst>
            <pc:docMk/>
            <pc:sldMk cId="624297312" sldId="298"/>
            <ac:spMk id="3" creationId="{E43143C0-CB03-CA01-058A-68A286759A6C}"/>
          </ac:spMkLst>
        </pc:spChg>
        <pc:spChg chg="del">
          <ac:chgData name="Amit Rayhan" userId="eed162fed0172f5f" providerId="LiveId" clId="{E452EDAC-3AD2-42DE-9512-A14E73630335}" dt="2025-09-13T14:27:15.629" v="549" actId="478"/>
          <ac:spMkLst>
            <pc:docMk/>
            <pc:sldMk cId="624297312" sldId="298"/>
            <ac:spMk id="4" creationId="{E6850050-BF98-40B6-F878-79BB534A465D}"/>
          </ac:spMkLst>
        </pc:spChg>
        <pc:spChg chg="add mod">
          <ac:chgData name="Amit Rayhan" userId="eed162fed0172f5f" providerId="LiveId" clId="{E452EDAC-3AD2-42DE-9512-A14E73630335}" dt="2025-09-13T14:29:14.166" v="567" actId="1076"/>
          <ac:spMkLst>
            <pc:docMk/>
            <pc:sldMk cId="624297312" sldId="298"/>
            <ac:spMk id="7" creationId="{BE46CD43-3756-EA77-9E39-C6A4626B1993}"/>
          </ac:spMkLst>
        </pc:spChg>
        <pc:picChg chg="add mod">
          <ac:chgData name="Amit Rayhan" userId="eed162fed0172f5f" providerId="LiveId" clId="{E452EDAC-3AD2-42DE-9512-A14E73630335}" dt="2025-09-13T14:28:53.006" v="566" actId="1076"/>
          <ac:picMkLst>
            <pc:docMk/>
            <pc:sldMk cId="624297312" sldId="298"/>
            <ac:picMk id="9" creationId="{CFBDFE7F-C015-4FC5-64D2-E8A7E84EC3E8}"/>
          </ac:picMkLst>
        </pc:picChg>
      </pc:sldChg>
      <pc:sldChg chg="addSp delSp modSp add mod">
        <pc:chgData name="Amit Rayhan" userId="eed162fed0172f5f" providerId="LiveId" clId="{E452EDAC-3AD2-42DE-9512-A14E73630335}" dt="2025-09-13T14:31:35.228" v="600" actId="1076"/>
        <pc:sldMkLst>
          <pc:docMk/>
          <pc:sldMk cId="2367702861" sldId="299"/>
        </pc:sldMkLst>
        <pc:spChg chg="mod">
          <ac:chgData name="Amit Rayhan" userId="eed162fed0172f5f" providerId="LiveId" clId="{E452EDAC-3AD2-42DE-9512-A14E73630335}" dt="2025-09-13T14:31:20.119" v="597" actId="1076"/>
          <ac:spMkLst>
            <pc:docMk/>
            <pc:sldMk cId="2367702861" sldId="299"/>
            <ac:spMk id="7" creationId="{80511638-2FE5-98AB-8CD4-FAE700674B49}"/>
          </ac:spMkLst>
        </pc:spChg>
        <pc:picChg chg="add mod">
          <ac:chgData name="Amit Rayhan" userId="eed162fed0172f5f" providerId="LiveId" clId="{E452EDAC-3AD2-42DE-9512-A14E73630335}" dt="2025-09-13T14:31:35.228" v="600" actId="1076"/>
          <ac:picMkLst>
            <pc:docMk/>
            <pc:sldMk cId="2367702861" sldId="299"/>
            <ac:picMk id="3" creationId="{AFD1CE49-79CF-984D-F907-2084874B6D7C}"/>
          </ac:picMkLst>
        </pc:picChg>
        <pc:picChg chg="del">
          <ac:chgData name="Amit Rayhan" userId="eed162fed0172f5f" providerId="LiveId" clId="{E452EDAC-3AD2-42DE-9512-A14E73630335}" dt="2025-09-13T14:29:59.049" v="569" actId="478"/>
          <ac:picMkLst>
            <pc:docMk/>
            <pc:sldMk cId="2367702861" sldId="299"/>
            <ac:picMk id="9" creationId="{EDA2874F-07DB-6F1A-B8BE-FA32615BF55C}"/>
          </ac:picMkLst>
        </pc:picChg>
      </pc:sldChg>
      <pc:sldChg chg="addSp delSp modSp new mod ord">
        <pc:chgData name="Amit Rayhan" userId="eed162fed0172f5f" providerId="LiveId" clId="{E452EDAC-3AD2-42DE-9512-A14E73630335}" dt="2025-09-13T15:07:01.243" v="775" actId="113"/>
        <pc:sldMkLst>
          <pc:docMk/>
          <pc:sldMk cId="983719137" sldId="300"/>
        </pc:sldMkLst>
        <pc:spChg chg="del">
          <ac:chgData name="Amit Rayhan" userId="eed162fed0172f5f" providerId="LiveId" clId="{E452EDAC-3AD2-42DE-9512-A14E73630335}" dt="2025-09-13T14:46:05.664" v="685" actId="478"/>
          <ac:spMkLst>
            <pc:docMk/>
            <pc:sldMk cId="983719137" sldId="300"/>
            <ac:spMk id="2" creationId="{6472BE0F-A812-11F1-1203-03E4F904E8E0}"/>
          </ac:spMkLst>
        </pc:spChg>
        <pc:spChg chg="del">
          <ac:chgData name="Amit Rayhan" userId="eed162fed0172f5f" providerId="LiveId" clId="{E452EDAC-3AD2-42DE-9512-A14E73630335}" dt="2025-09-13T14:46:08.330" v="686" actId="478"/>
          <ac:spMkLst>
            <pc:docMk/>
            <pc:sldMk cId="983719137" sldId="300"/>
            <ac:spMk id="3" creationId="{73DF7EE4-DCEA-FD41-28B2-9F181646FF21}"/>
          </ac:spMkLst>
        </pc:spChg>
        <pc:spChg chg="add mod">
          <ac:chgData name="Amit Rayhan" userId="eed162fed0172f5f" providerId="LiveId" clId="{E452EDAC-3AD2-42DE-9512-A14E73630335}" dt="2025-09-13T15:07:01.243" v="775" actId="113"/>
          <ac:spMkLst>
            <pc:docMk/>
            <pc:sldMk cId="983719137" sldId="300"/>
            <ac:spMk id="8" creationId="{F5A16BD1-1C59-25C8-0092-CA9EB74E5AD9}"/>
          </ac:spMkLst>
        </pc:spChg>
        <pc:spChg chg="add mod">
          <ac:chgData name="Amit Rayhan" userId="eed162fed0172f5f" providerId="LiveId" clId="{E452EDAC-3AD2-42DE-9512-A14E73630335}" dt="2025-09-13T14:50:46.119" v="728" actId="1076"/>
          <ac:spMkLst>
            <pc:docMk/>
            <pc:sldMk cId="983719137" sldId="300"/>
            <ac:spMk id="10" creationId="{CEB7EABD-6D99-4866-99F6-5B3B84B19CE7}"/>
          </ac:spMkLst>
        </pc:spChg>
        <pc:picChg chg="add del mod">
          <ac:chgData name="Amit Rayhan" userId="eed162fed0172f5f" providerId="LiveId" clId="{E452EDAC-3AD2-42DE-9512-A14E73630335}" dt="2025-09-13T14:46:58.471" v="690" actId="478"/>
          <ac:picMkLst>
            <pc:docMk/>
            <pc:sldMk cId="983719137" sldId="300"/>
            <ac:picMk id="6" creationId="{53E3A8FC-B69A-91FD-8A13-5EC4F86AB9BF}"/>
          </ac:picMkLst>
        </pc:picChg>
      </pc:sldChg>
      <pc:sldChg chg="addSp delSp modSp new mod ord">
        <pc:chgData name="Amit Rayhan" userId="eed162fed0172f5f" providerId="LiveId" clId="{E452EDAC-3AD2-42DE-9512-A14E73630335}" dt="2025-09-13T14:56:44.561" v="760" actId="1076"/>
        <pc:sldMkLst>
          <pc:docMk/>
          <pc:sldMk cId="3234215866" sldId="301"/>
        </pc:sldMkLst>
        <pc:spChg chg="del">
          <ac:chgData name="Amit Rayhan" userId="eed162fed0172f5f" providerId="LiveId" clId="{E452EDAC-3AD2-42DE-9512-A14E73630335}" dt="2025-09-13T14:55:57.099" v="750" actId="478"/>
          <ac:spMkLst>
            <pc:docMk/>
            <pc:sldMk cId="3234215866" sldId="301"/>
            <ac:spMk id="2" creationId="{C2422DA8-5395-4F27-89CA-BB525BCDC62F}"/>
          </ac:spMkLst>
        </pc:spChg>
        <pc:spChg chg="del">
          <ac:chgData name="Amit Rayhan" userId="eed162fed0172f5f" providerId="LiveId" clId="{E452EDAC-3AD2-42DE-9512-A14E73630335}" dt="2025-09-13T14:55:55.493" v="749" actId="478"/>
          <ac:spMkLst>
            <pc:docMk/>
            <pc:sldMk cId="3234215866" sldId="301"/>
            <ac:spMk id="3" creationId="{BCE3D903-3A7E-9396-3562-FA534FBE86B9}"/>
          </ac:spMkLst>
        </pc:spChg>
        <pc:picChg chg="add mod">
          <ac:chgData name="Amit Rayhan" userId="eed162fed0172f5f" providerId="LiveId" clId="{E452EDAC-3AD2-42DE-9512-A14E73630335}" dt="2025-09-13T14:56:44.561" v="760" actId="1076"/>
          <ac:picMkLst>
            <pc:docMk/>
            <pc:sldMk cId="3234215866" sldId="301"/>
            <ac:picMk id="5" creationId="{9ACB0C01-337B-2D11-E0DE-D8B0AFBBFE2E}"/>
          </ac:picMkLst>
        </pc:picChg>
      </pc:sldChg>
      <pc:sldChg chg="addSp delSp modSp new mod ord">
        <pc:chgData name="Amit Rayhan" userId="eed162fed0172f5f" providerId="LiveId" clId="{E452EDAC-3AD2-42DE-9512-A14E73630335}" dt="2025-09-13T15:09:44.184" v="797" actId="1076"/>
        <pc:sldMkLst>
          <pc:docMk/>
          <pc:sldMk cId="532637812" sldId="302"/>
        </pc:sldMkLst>
        <pc:spChg chg="del">
          <ac:chgData name="Amit Rayhan" userId="eed162fed0172f5f" providerId="LiveId" clId="{E452EDAC-3AD2-42DE-9512-A14E73630335}" dt="2025-09-13T15:06:16.510" v="769" actId="478"/>
          <ac:spMkLst>
            <pc:docMk/>
            <pc:sldMk cId="532637812" sldId="302"/>
            <ac:spMk id="2" creationId="{F2D20C5A-484A-D9E2-0396-B219BD5C13C9}"/>
          </ac:spMkLst>
        </pc:spChg>
        <pc:spChg chg="del">
          <ac:chgData name="Amit Rayhan" userId="eed162fed0172f5f" providerId="LiveId" clId="{E452EDAC-3AD2-42DE-9512-A14E73630335}" dt="2025-09-13T15:06:15.188" v="768" actId="478"/>
          <ac:spMkLst>
            <pc:docMk/>
            <pc:sldMk cId="532637812" sldId="302"/>
            <ac:spMk id="3" creationId="{BDD0970E-0AF6-2EAD-278E-95B406423E99}"/>
          </ac:spMkLst>
        </pc:spChg>
        <pc:spChg chg="del">
          <ac:chgData name="Amit Rayhan" userId="eed162fed0172f5f" providerId="LiveId" clId="{E452EDAC-3AD2-42DE-9512-A14E73630335}" dt="2025-09-13T15:06:14.216" v="767" actId="478"/>
          <ac:spMkLst>
            <pc:docMk/>
            <pc:sldMk cId="532637812" sldId="302"/>
            <ac:spMk id="4" creationId="{AEC81C73-CD47-3900-5023-6E044F592C57}"/>
          </ac:spMkLst>
        </pc:spChg>
        <pc:spChg chg="add mod">
          <ac:chgData name="Amit Rayhan" userId="eed162fed0172f5f" providerId="LiveId" clId="{E452EDAC-3AD2-42DE-9512-A14E73630335}" dt="2025-09-13T15:09:44.184" v="797" actId="1076"/>
          <ac:spMkLst>
            <pc:docMk/>
            <pc:sldMk cId="532637812" sldId="302"/>
            <ac:spMk id="8" creationId="{58A2F19E-4D4C-6D42-2352-68E02FC94E47}"/>
          </ac:spMkLst>
        </pc:spChg>
        <pc:picChg chg="add mod">
          <ac:chgData name="Amit Rayhan" userId="eed162fed0172f5f" providerId="LiveId" clId="{E452EDAC-3AD2-42DE-9512-A14E73630335}" dt="2025-09-13T15:08:53.037" v="783" actId="1076"/>
          <ac:picMkLst>
            <pc:docMk/>
            <pc:sldMk cId="532637812" sldId="302"/>
            <ac:picMk id="7" creationId="{359793E4-AB44-5072-34EE-66849CAFB63A}"/>
          </ac:picMkLst>
        </pc:picChg>
      </pc:sldChg>
      <pc:sldChg chg="addSp modSp add mod">
        <pc:chgData name="Amit Rayhan" userId="eed162fed0172f5f" providerId="LiveId" clId="{E452EDAC-3AD2-42DE-9512-A14E73630335}" dt="2025-09-13T15:13:40.778" v="837" actId="14100"/>
        <pc:sldMkLst>
          <pc:docMk/>
          <pc:sldMk cId="2109308696" sldId="303"/>
        </pc:sldMkLst>
        <pc:spChg chg="add mod">
          <ac:chgData name="Amit Rayhan" userId="eed162fed0172f5f" providerId="LiveId" clId="{E452EDAC-3AD2-42DE-9512-A14E73630335}" dt="2025-09-13T15:12:22.034" v="816" actId="1076"/>
          <ac:spMkLst>
            <pc:docMk/>
            <pc:sldMk cId="2109308696" sldId="303"/>
            <ac:spMk id="3" creationId="{C18E557A-997D-DBB2-290A-9695A4E81846}"/>
          </ac:spMkLst>
        </pc:spChg>
        <pc:picChg chg="add mod">
          <ac:chgData name="Amit Rayhan" userId="eed162fed0172f5f" providerId="LiveId" clId="{E452EDAC-3AD2-42DE-9512-A14E73630335}" dt="2025-09-13T15:13:40.778" v="837" actId="14100"/>
          <ac:picMkLst>
            <pc:docMk/>
            <pc:sldMk cId="2109308696" sldId="303"/>
            <ac:picMk id="6" creationId="{8C3D0ED6-4D05-D6D7-86B8-774A2455BC54}"/>
          </ac:picMkLst>
        </pc:picChg>
      </pc:sldChg>
      <pc:sldChg chg="addSp delSp modSp add mod chgLayout">
        <pc:chgData name="Amit Rayhan" userId="eed162fed0172f5f" providerId="LiveId" clId="{E452EDAC-3AD2-42DE-9512-A14E73630335}" dt="2025-09-13T15:13:19.365" v="832" actId="26606"/>
        <pc:sldMkLst>
          <pc:docMk/>
          <pc:sldMk cId="1529084475" sldId="304"/>
        </pc:sldMkLst>
        <pc:spChg chg="add mod ord">
          <ac:chgData name="Amit Rayhan" userId="eed162fed0172f5f" providerId="LiveId" clId="{E452EDAC-3AD2-42DE-9512-A14E73630335}" dt="2025-09-13T15:13:19.365" v="832" actId="26606"/>
          <ac:spMkLst>
            <pc:docMk/>
            <pc:sldMk cId="1529084475" sldId="304"/>
            <ac:spMk id="2" creationId="{B72BF633-5B63-4158-DA25-C380045A6D7D}"/>
          </ac:spMkLst>
        </pc:spChg>
        <pc:spChg chg="mod ord modVis">
          <ac:chgData name="Amit Rayhan" userId="eed162fed0172f5f" providerId="LiveId" clId="{E452EDAC-3AD2-42DE-9512-A14E73630335}" dt="2025-09-13T15:13:19.365" v="832" actId="26606"/>
          <ac:spMkLst>
            <pc:docMk/>
            <pc:sldMk cId="1529084475" sldId="304"/>
            <ac:spMk id="5" creationId="{F955AEBE-33EC-0E40-9654-15990D07EEBA}"/>
          </ac:spMkLst>
        </pc:spChg>
        <pc:spChg chg="add del mod">
          <ac:chgData name="Amit Rayhan" userId="eed162fed0172f5f" providerId="LiveId" clId="{E452EDAC-3AD2-42DE-9512-A14E73630335}" dt="2025-09-13T15:13:16.375" v="830" actId="26606"/>
          <ac:spMkLst>
            <pc:docMk/>
            <pc:sldMk cId="1529084475" sldId="304"/>
            <ac:spMk id="7" creationId="{449870F7-A73C-B12B-33A8-F616049B9301}"/>
          </ac:spMkLst>
        </pc:spChg>
        <pc:spChg chg="add del mod">
          <ac:chgData name="Amit Rayhan" userId="eed162fed0172f5f" providerId="LiveId" clId="{E452EDAC-3AD2-42DE-9512-A14E73630335}" dt="2025-09-13T15:13:05.436" v="826" actId="26606"/>
          <ac:spMkLst>
            <pc:docMk/>
            <pc:sldMk cId="1529084475" sldId="304"/>
            <ac:spMk id="10" creationId="{B8A80C3D-2B56-5F33-D1F0-887FFD0C5B25}"/>
          </ac:spMkLst>
        </pc:spChg>
        <pc:spChg chg="add del mod">
          <ac:chgData name="Amit Rayhan" userId="eed162fed0172f5f" providerId="LiveId" clId="{E452EDAC-3AD2-42DE-9512-A14E73630335}" dt="2025-09-13T15:13:05.436" v="826" actId="26606"/>
          <ac:spMkLst>
            <pc:docMk/>
            <pc:sldMk cId="1529084475" sldId="304"/>
            <ac:spMk id="12" creationId="{7431E51E-E1A8-6BB6-92B7-6B4EAFC93CF1}"/>
          </ac:spMkLst>
        </pc:spChg>
        <pc:spChg chg="add del mod">
          <ac:chgData name="Amit Rayhan" userId="eed162fed0172f5f" providerId="LiveId" clId="{E452EDAC-3AD2-42DE-9512-A14E73630335}" dt="2025-09-13T15:13:05.436" v="826" actId="26606"/>
          <ac:spMkLst>
            <pc:docMk/>
            <pc:sldMk cId="1529084475" sldId="304"/>
            <ac:spMk id="14" creationId="{76398593-93F1-23FA-9416-19E77DDFDFCA}"/>
          </ac:spMkLst>
        </pc:spChg>
        <pc:picChg chg="add mod ord">
          <ac:chgData name="Amit Rayhan" userId="eed162fed0172f5f" providerId="LiveId" clId="{E452EDAC-3AD2-42DE-9512-A14E73630335}" dt="2025-09-13T15:13:19.365" v="832" actId="26606"/>
          <ac:picMkLst>
            <pc:docMk/>
            <pc:sldMk cId="1529084475" sldId="304"/>
            <ac:picMk id="4" creationId="{CB81E584-C7FD-90E6-65EE-8F0CDA6AAEF5}"/>
          </ac:picMkLst>
        </pc:picChg>
      </pc:sldChg>
      <pc:sldChg chg="addSp modSp add mod">
        <pc:chgData name="Amit Rayhan" userId="eed162fed0172f5f" providerId="LiveId" clId="{E452EDAC-3AD2-42DE-9512-A14E73630335}" dt="2025-09-13T15:14:01.378" v="842" actId="1076"/>
        <pc:sldMkLst>
          <pc:docMk/>
          <pc:sldMk cId="1090066152" sldId="305"/>
        </pc:sldMkLst>
        <pc:picChg chg="add mod">
          <ac:chgData name="Amit Rayhan" userId="eed162fed0172f5f" providerId="LiveId" clId="{E452EDAC-3AD2-42DE-9512-A14E73630335}" dt="2025-09-13T15:14:01.378" v="842" actId="1076"/>
          <ac:picMkLst>
            <pc:docMk/>
            <pc:sldMk cId="1090066152" sldId="305"/>
            <ac:picMk id="4" creationId="{440DE927-4546-C94E-7BEE-766B192F2344}"/>
          </ac:picMkLst>
        </pc:picChg>
      </pc:sldChg>
      <pc:sldChg chg="addSp delSp modSp add mod ord">
        <pc:chgData name="Amit Rayhan" userId="eed162fed0172f5f" providerId="LiveId" clId="{E452EDAC-3AD2-42DE-9512-A14E73630335}" dt="2025-09-13T15:18:02.909" v="870" actId="1076"/>
        <pc:sldMkLst>
          <pc:docMk/>
          <pc:sldMk cId="105021302" sldId="306"/>
        </pc:sldMkLst>
        <pc:spChg chg="add mod">
          <ac:chgData name="Amit Rayhan" userId="eed162fed0172f5f" providerId="LiveId" clId="{E452EDAC-3AD2-42DE-9512-A14E73630335}" dt="2025-09-13T15:15:59.190" v="862" actId="1076"/>
          <ac:spMkLst>
            <pc:docMk/>
            <pc:sldMk cId="105021302" sldId="306"/>
            <ac:spMk id="3" creationId="{2C32CB89-4A95-7D0C-CD20-A0195B080A3D}"/>
          </ac:spMkLst>
        </pc:spChg>
        <pc:spChg chg="mod">
          <ac:chgData name="Amit Rayhan" userId="eed162fed0172f5f" providerId="LiveId" clId="{E452EDAC-3AD2-42DE-9512-A14E73630335}" dt="2025-09-13T15:15:53.438" v="861" actId="1076"/>
          <ac:spMkLst>
            <pc:docMk/>
            <pc:sldMk cId="105021302" sldId="306"/>
            <ac:spMk id="7" creationId="{9C56EE16-7582-47F5-0E5F-0D0B65EFED4B}"/>
          </ac:spMkLst>
        </pc:spChg>
        <pc:spChg chg="add mod">
          <ac:chgData name="Amit Rayhan" userId="eed162fed0172f5f" providerId="LiveId" clId="{E452EDAC-3AD2-42DE-9512-A14E73630335}" dt="2025-09-13T15:16:53.594" v="867" actId="20577"/>
          <ac:spMkLst>
            <pc:docMk/>
            <pc:sldMk cId="105021302" sldId="306"/>
            <ac:spMk id="8" creationId="{BCD37D6F-C54D-28CC-2A22-569D3CEFDAFA}"/>
          </ac:spMkLst>
        </pc:spChg>
        <pc:spChg chg="add mod">
          <ac:chgData name="Amit Rayhan" userId="eed162fed0172f5f" providerId="LiveId" clId="{E452EDAC-3AD2-42DE-9512-A14E73630335}" dt="2025-09-13T15:18:02.909" v="870" actId="1076"/>
          <ac:spMkLst>
            <pc:docMk/>
            <pc:sldMk cId="105021302" sldId="306"/>
            <ac:spMk id="10" creationId="{77CC1DC5-679C-353C-5AC8-000DCC247E55}"/>
          </ac:spMkLst>
        </pc:spChg>
        <pc:picChg chg="del">
          <ac:chgData name="Amit Rayhan" userId="eed162fed0172f5f" providerId="LiveId" clId="{E452EDAC-3AD2-42DE-9512-A14E73630335}" dt="2025-09-13T15:14:24.892" v="846" actId="478"/>
          <ac:picMkLst>
            <pc:docMk/>
            <pc:sldMk cId="105021302" sldId="306"/>
            <ac:picMk id="6" creationId="{BFD87F36-A103-CEE5-7043-3FDA3EEA216D}"/>
          </ac:picMkLst>
        </pc:picChg>
      </pc:sldChg>
      <pc:sldChg chg="addSp delSp modSp new mod">
        <pc:chgData name="Amit Rayhan" userId="eed162fed0172f5f" providerId="LiveId" clId="{E452EDAC-3AD2-42DE-9512-A14E73630335}" dt="2025-09-13T15:20:29.429" v="884" actId="20577"/>
        <pc:sldMkLst>
          <pc:docMk/>
          <pc:sldMk cId="3623748109" sldId="307"/>
        </pc:sldMkLst>
        <pc:spChg chg="del">
          <ac:chgData name="Amit Rayhan" userId="eed162fed0172f5f" providerId="LiveId" clId="{E452EDAC-3AD2-42DE-9512-A14E73630335}" dt="2025-09-13T15:18:37.423" v="873" actId="478"/>
          <ac:spMkLst>
            <pc:docMk/>
            <pc:sldMk cId="3623748109" sldId="307"/>
            <ac:spMk id="2" creationId="{050281D5-D7CE-6CAA-9D4E-4BCD7602022C}"/>
          </ac:spMkLst>
        </pc:spChg>
        <pc:spChg chg="del">
          <ac:chgData name="Amit Rayhan" userId="eed162fed0172f5f" providerId="LiveId" clId="{E452EDAC-3AD2-42DE-9512-A14E73630335}" dt="2025-09-13T15:18:35.977" v="872" actId="478"/>
          <ac:spMkLst>
            <pc:docMk/>
            <pc:sldMk cId="3623748109" sldId="307"/>
            <ac:spMk id="3" creationId="{076287FF-1559-B1AE-9C2E-D7C0241202B7}"/>
          </ac:spMkLst>
        </pc:spChg>
        <pc:spChg chg="add mod">
          <ac:chgData name="Amit Rayhan" userId="eed162fed0172f5f" providerId="LiveId" clId="{E452EDAC-3AD2-42DE-9512-A14E73630335}" dt="2025-09-13T15:19:27.652" v="878" actId="1076"/>
          <ac:spMkLst>
            <pc:docMk/>
            <pc:sldMk cId="3623748109" sldId="307"/>
            <ac:spMk id="6" creationId="{425595C2-1AAA-7088-7905-F4430552B66E}"/>
          </ac:spMkLst>
        </pc:spChg>
        <pc:spChg chg="add mod">
          <ac:chgData name="Amit Rayhan" userId="eed162fed0172f5f" providerId="LiveId" clId="{E452EDAC-3AD2-42DE-9512-A14E73630335}" dt="2025-09-13T15:20:29.429" v="884" actId="20577"/>
          <ac:spMkLst>
            <pc:docMk/>
            <pc:sldMk cId="3623748109" sldId="307"/>
            <ac:spMk id="8" creationId="{08906C4C-7CC4-411C-0AEB-33E73D3771A0}"/>
          </ac:spMkLst>
        </pc:spChg>
      </pc:sldChg>
      <pc:sldChg chg="new del">
        <pc:chgData name="Amit Rayhan" userId="eed162fed0172f5f" providerId="LiveId" clId="{E452EDAC-3AD2-42DE-9512-A14E73630335}" dt="2025-09-13T15:21:09.630" v="886" actId="2696"/>
        <pc:sldMkLst>
          <pc:docMk/>
          <pc:sldMk cId="1047923753" sldId="308"/>
        </pc:sldMkLst>
      </pc:sldChg>
      <pc:sldChg chg="add del">
        <pc:chgData name="Amit Rayhan" userId="eed162fed0172f5f" providerId="LiveId" clId="{E452EDAC-3AD2-42DE-9512-A14E73630335}" dt="2025-09-13T15:21:18.049" v="888" actId="2696"/>
        <pc:sldMkLst>
          <pc:docMk/>
          <pc:sldMk cId="2444175916" sldId="308"/>
        </pc:sldMkLst>
      </pc:sldChg>
      <pc:sldChg chg="delSp modSp add mod ord">
        <pc:chgData name="Amit Rayhan" userId="eed162fed0172f5f" providerId="LiveId" clId="{E452EDAC-3AD2-42DE-9512-A14E73630335}" dt="2025-09-13T15:22:00.458" v="908"/>
        <pc:sldMkLst>
          <pc:docMk/>
          <pc:sldMk cId="3582280763" sldId="308"/>
        </pc:sldMkLst>
        <pc:spChg chg="mod">
          <ac:chgData name="Amit Rayhan" userId="eed162fed0172f5f" providerId="LiveId" clId="{E452EDAC-3AD2-42DE-9512-A14E73630335}" dt="2025-09-13T15:21:58.330" v="906" actId="20577"/>
          <ac:spMkLst>
            <pc:docMk/>
            <pc:sldMk cId="3582280763" sldId="308"/>
            <ac:spMk id="2" creationId="{D16BDEFE-E8AD-A48F-3BFE-44ECC64795CB}"/>
          </ac:spMkLst>
        </pc:spChg>
        <pc:spChg chg="del mod">
          <ac:chgData name="Amit Rayhan" userId="eed162fed0172f5f" providerId="LiveId" clId="{E452EDAC-3AD2-42DE-9512-A14E73630335}" dt="2025-09-13T15:22:00.458" v="908"/>
          <ac:spMkLst>
            <pc:docMk/>
            <pc:sldMk cId="3582280763" sldId="308"/>
            <ac:spMk id="4" creationId="{67AABB41-68BA-6495-C6CB-D9D8C459DCAC}"/>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 xmlns:a16="http://schemas.microsoft.com/office/drawing/2014/main" id="{3E7F456E-01A6-4013-ACA5-F5492591A24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 xmlns:a16="http://schemas.microsoft.com/office/drawing/2014/main" id="{484983A3-9B9B-4D61-97C9-B9E239A3159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56F32FC-4BD9-442A-A8C6-51598C909FE3}" type="datetimeFigureOut">
              <a:rPr lang="en-US" smtClean="0"/>
              <a:t>10/10/2025</a:t>
            </a:fld>
            <a:endParaRPr lang="en-US" dirty="0"/>
          </a:p>
        </p:txBody>
      </p:sp>
      <p:sp>
        <p:nvSpPr>
          <p:cNvPr id="4" name="Footer Placeholder 3">
            <a:extLst>
              <a:ext uri="{FF2B5EF4-FFF2-40B4-BE49-F238E27FC236}">
                <a16:creationId xmlns="" xmlns:a16="http://schemas.microsoft.com/office/drawing/2014/main" id="{5EEABE74-7A97-4D17-8390-42ADD25C33C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 xmlns:a16="http://schemas.microsoft.com/office/drawing/2014/main" id="{B42C1DBD-1052-425E-BF3C-983304BED5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8EEFA9E-C190-4F5C-8394-BD5F1CD55C02}" type="slidenum">
              <a:rPr lang="en-US" smtClean="0"/>
              <a:t>‹#›</a:t>
            </a:fld>
            <a:endParaRPr lang="en-US" dirty="0"/>
          </a:p>
        </p:txBody>
      </p:sp>
    </p:spTree>
    <p:extLst>
      <p:ext uri="{BB962C8B-B14F-4D97-AF65-F5344CB8AC3E}">
        <p14:creationId xmlns:p14="http://schemas.microsoft.com/office/powerpoint/2010/main" val="232480191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6371FA-A98D-41E8-93F4-09945841298A}" type="datetimeFigureOut">
              <a:rPr lang="en-US" smtClean="0"/>
              <a:t>10/10/2025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289C57-55D7-40A4-A101-E74FAC7A092B}" type="slidenum">
              <a:rPr lang="en-US" smtClean="0"/>
              <a:t>‹#›</a:t>
            </a:fld>
            <a:endParaRPr lang="en-US" dirty="0"/>
          </a:p>
        </p:txBody>
      </p:sp>
    </p:spTree>
    <p:extLst>
      <p:ext uri="{BB962C8B-B14F-4D97-AF65-F5344CB8AC3E}">
        <p14:creationId xmlns:p14="http://schemas.microsoft.com/office/powerpoint/2010/main" val="28399023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1</a:t>
            </a:fld>
            <a:endParaRPr lang="en-US" dirty="0"/>
          </a:p>
        </p:txBody>
      </p:sp>
    </p:spTree>
    <p:extLst>
      <p:ext uri="{BB962C8B-B14F-4D97-AF65-F5344CB8AC3E}">
        <p14:creationId xmlns:p14="http://schemas.microsoft.com/office/powerpoint/2010/main" val="17781288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2</a:t>
            </a:fld>
            <a:endParaRPr lang="en-US" dirty="0"/>
          </a:p>
        </p:txBody>
      </p:sp>
    </p:spTree>
    <p:extLst>
      <p:ext uri="{BB962C8B-B14F-4D97-AF65-F5344CB8AC3E}">
        <p14:creationId xmlns:p14="http://schemas.microsoft.com/office/powerpoint/2010/main" val="40404389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5</a:t>
            </a:fld>
            <a:endParaRPr lang="en-US" dirty="0"/>
          </a:p>
        </p:txBody>
      </p:sp>
    </p:spTree>
    <p:extLst>
      <p:ext uri="{BB962C8B-B14F-4D97-AF65-F5344CB8AC3E}">
        <p14:creationId xmlns:p14="http://schemas.microsoft.com/office/powerpoint/2010/main" val="21825226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6</a:t>
            </a:fld>
            <a:endParaRPr lang="en-US" dirty="0"/>
          </a:p>
        </p:txBody>
      </p:sp>
    </p:spTree>
    <p:extLst>
      <p:ext uri="{BB962C8B-B14F-4D97-AF65-F5344CB8AC3E}">
        <p14:creationId xmlns:p14="http://schemas.microsoft.com/office/powerpoint/2010/main" val="20903241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7</a:t>
            </a:fld>
            <a:endParaRPr lang="en-US" dirty="0"/>
          </a:p>
        </p:txBody>
      </p:sp>
    </p:spTree>
    <p:extLst>
      <p:ext uri="{BB962C8B-B14F-4D97-AF65-F5344CB8AC3E}">
        <p14:creationId xmlns:p14="http://schemas.microsoft.com/office/powerpoint/2010/main" val="28439544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8</a:t>
            </a:fld>
            <a:endParaRPr lang="en-US" dirty="0"/>
          </a:p>
        </p:txBody>
      </p:sp>
    </p:spTree>
    <p:extLst>
      <p:ext uri="{BB962C8B-B14F-4D97-AF65-F5344CB8AC3E}">
        <p14:creationId xmlns:p14="http://schemas.microsoft.com/office/powerpoint/2010/main" val="31056832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11</a:t>
            </a:fld>
            <a:endParaRPr lang="en-US" dirty="0"/>
          </a:p>
        </p:txBody>
      </p:sp>
    </p:spTree>
    <p:extLst>
      <p:ext uri="{BB962C8B-B14F-4D97-AF65-F5344CB8AC3E}">
        <p14:creationId xmlns:p14="http://schemas.microsoft.com/office/powerpoint/2010/main" val="5754654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12</a:t>
            </a:fld>
            <a:endParaRPr lang="en-US" dirty="0"/>
          </a:p>
        </p:txBody>
      </p:sp>
    </p:spTree>
    <p:extLst>
      <p:ext uri="{BB962C8B-B14F-4D97-AF65-F5344CB8AC3E}">
        <p14:creationId xmlns:p14="http://schemas.microsoft.com/office/powerpoint/2010/main" val="2366593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E6EDCF8C-F714-B8AC-AB66-C8CDDB7C4269}"/>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09DB083C-CF47-AD84-2991-1A0CBD9831CC}"/>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38B67FA2-A961-FD31-5A53-CF4CBA38ED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 xmlns:a16="http://schemas.microsoft.com/office/drawing/2014/main" id="{1D0A1C19-3AEA-B4F7-B8BB-C4A3848991D4}"/>
              </a:ext>
            </a:extLst>
          </p:cNvPr>
          <p:cNvSpPr>
            <a:spLocks noGrp="1"/>
          </p:cNvSpPr>
          <p:nvPr>
            <p:ph type="sldNum" sz="quarter" idx="5"/>
          </p:nvPr>
        </p:nvSpPr>
        <p:spPr/>
        <p:txBody>
          <a:bodyPr/>
          <a:lstStyle/>
          <a:p>
            <a:fld id="{22289C57-55D7-40A4-A101-E74FAC7A092B}" type="slidenum">
              <a:rPr lang="en-US" smtClean="0"/>
              <a:t>13</a:t>
            </a:fld>
            <a:endParaRPr lang="en-US" dirty="0"/>
          </a:p>
        </p:txBody>
      </p:sp>
    </p:spTree>
    <p:extLst>
      <p:ext uri="{BB962C8B-B14F-4D97-AF65-F5344CB8AC3E}">
        <p14:creationId xmlns:p14="http://schemas.microsoft.com/office/powerpoint/2010/main" val="31983045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17</a:t>
            </a:fld>
            <a:endParaRPr lang="en-US" dirty="0"/>
          </a:p>
        </p:txBody>
      </p:sp>
    </p:spTree>
    <p:extLst>
      <p:ext uri="{BB962C8B-B14F-4D97-AF65-F5344CB8AC3E}">
        <p14:creationId xmlns:p14="http://schemas.microsoft.com/office/powerpoint/2010/main" val="6794042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18</a:t>
            </a:fld>
            <a:endParaRPr lang="en-US" dirty="0"/>
          </a:p>
        </p:txBody>
      </p:sp>
    </p:spTree>
    <p:extLst>
      <p:ext uri="{BB962C8B-B14F-4D97-AF65-F5344CB8AC3E}">
        <p14:creationId xmlns:p14="http://schemas.microsoft.com/office/powerpoint/2010/main" val="7026838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25</a:t>
            </a:fld>
            <a:endParaRPr lang="en-US" dirty="0"/>
          </a:p>
        </p:txBody>
      </p:sp>
    </p:spTree>
    <p:extLst>
      <p:ext uri="{BB962C8B-B14F-4D97-AF65-F5344CB8AC3E}">
        <p14:creationId xmlns:p14="http://schemas.microsoft.com/office/powerpoint/2010/main" val="8409867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27</a:t>
            </a:fld>
            <a:endParaRPr lang="en-US" dirty="0"/>
          </a:p>
        </p:txBody>
      </p:sp>
    </p:spTree>
    <p:extLst>
      <p:ext uri="{BB962C8B-B14F-4D97-AF65-F5344CB8AC3E}">
        <p14:creationId xmlns:p14="http://schemas.microsoft.com/office/powerpoint/2010/main" val="10253268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BE65E0A8-2F89-44FF-F98F-1F6502352949}"/>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68C3C1FA-EF4D-3A48-0470-247C057BBBB2}"/>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A6AC88E6-E837-FC18-EE2F-D0FAAA2E1CB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 xmlns:a16="http://schemas.microsoft.com/office/drawing/2014/main" id="{68BAB04C-759A-741A-2C15-311F88F02B0B}"/>
              </a:ext>
            </a:extLst>
          </p:cNvPr>
          <p:cNvSpPr>
            <a:spLocks noGrp="1"/>
          </p:cNvSpPr>
          <p:nvPr>
            <p:ph type="sldNum" sz="quarter" idx="5"/>
          </p:nvPr>
        </p:nvSpPr>
        <p:spPr/>
        <p:txBody>
          <a:bodyPr/>
          <a:lstStyle/>
          <a:p>
            <a:fld id="{22289C57-55D7-40A4-A101-E74FAC7A092B}" type="slidenum">
              <a:rPr lang="en-US" smtClean="0"/>
              <a:t>31</a:t>
            </a:fld>
            <a:endParaRPr lang="en-US" dirty="0"/>
          </a:p>
        </p:txBody>
      </p:sp>
    </p:spTree>
    <p:extLst>
      <p:ext uri="{BB962C8B-B14F-4D97-AF65-F5344CB8AC3E}">
        <p14:creationId xmlns:p14="http://schemas.microsoft.com/office/powerpoint/2010/main" val="7588002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smtClean="0"/>
              <a:t>PRESENTATION TITLE</a:t>
            </a:r>
            <a:endParaRPr lang="en-US" dirty="0"/>
          </a:p>
        </p:txBody>
      </p:sp>
      <p:sp>
        <p:nvSpPr>
          <p:cNvPr id="6" name="Slide Number Placeholder 5"/>
          <p:cNvSpPr>
            <a:spLocks noGrp="1"/>
          </p:cNvSpPr>
          <p:nvPr>
            <p:ph type="sldNum" sz="quarter" idx="12"/>
          </p:nvPr>
        </p:nvSpPr>
        <p:spPr/>
        <p:txBody>
          <a:bodyPr/>
          <a:lstStyle/>
          <a:p>
            <a:fld id="{A49DFD55-3C28-40EF-9E31-A92D2E4017FF}" type="slidenum">
              <a:rPr lang="en-US" smtClean="0"/>
              <a:t>‹#›</a:t>
            </a:fld>
            <a:endParaRPr lang="en-US" dirty="0"/>
          </a:p>
        </p:txBody>
      </p:sp>
    </p:spTree>
    <p:extLst>
      <p:ext uri="{BB962C8B-B14F-4D97-AF65-F5344CB8AC3E}">
        <p14:creationId xmlns:p14="http://schemas.microsoft.com/office/powerpoint/2010/main" val="2224966751"/>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smtClean="0"/>
              <a:t>PRESENTATION TITLE</a:t>
            </a:r>
            <a:endParaRPr lang="en-US" dirty="0"/>
          </a:p>
        </p:txBody>
      </p:sp>
      <p:sp>
        <p:nvSpPr>
          <p:cNvPr id="6" name="Slide Number Placeholder 5"/>
          <p:cNvSpPr>
            <a:spLocks noGrp="1"/>
          </p:cNvSpPr>
          <p:nvPr>
            <p:ph type="sldNum" sz="quarter" idx="12"/>
          </p:nvPr>
        </p:nvSpPr>
        <p:spPr/>
        <p:txBody>
          <a:bodyPr/>
          <a:lstStyle/>
          <a:p>
            <a:fld id="{A49DFD55-3C28-40EF-9E31-A92D2E4017FF}" type="slidenum">
              <a:rPr lang="en-US" smtClean="0"/>
              <a:t>‹#›</a:t>
            </a:fld>
            <a:endParaRPr lang="en-US" dirty="0"/>
          </a:p>
        </p:txBody>
      </p:sp>
    </p:spTree>
    <p:extLst>
      <p:ext uri="{BB962C8B-B14F-4D97-AF65-F5344CB8AC3E}">
        <p14:creationId xmlns:p14="http://schemas.microsoft.com/office/powerpoint/2010/main" val="126309089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smtClean="0"/>
              <a:t>PRESENTATION TITLE</a:t>
            </a:r>
            <a:endParaRPr lang="en-US" dirty="0"/>
          </a:p>
        </p:txBody>
      </p:sp>
      <p:sp>
        <p:nvSpPr>
          <p:cNvPr id="6" name="Slide Number Placeholder 5"/>
          <p:cNvSpPr>
            <a:spLocks noGrp="1"/>
          </p:cNvSpPr>
          <p:nvPr>
            <p:ph type="sldNum" sz="quarter" idx="12"/>
          </p:nvPr>
        </p:nvSpPr>
        <p:spPr/>
        <p:txBody>
          <a:bodyPr/>
          <a:lstStyle/>
          <a:p>
            <a:fld id="{A49DFD55-3C28-40EF-9E31-A92D2E4017FF}" type="slidenum">
              <a:rPr lang="en-US" smtClean="0"/>
              <a:t>‹#›</a:t>
            </a:fld>
            <a:endParaRPr lang="en-US" dirty="0"/>
          </a:p>
        </p:txBody>
      </p:sp>
    </p:spTree>
    <p:extLst>
      <p:ext uri="{BB962C8B-B14F-4D97-AF65-F5344CB8AC3E}">
        <p14:creationId xmlns:p14="http://schemas.microsoft.com/office/powerpoint/2010/main" val="3689587815"/>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r>
              <a:rPr lang="en-US" smtClean="0"/>
              <a:t>PRESENTATION TITLE</a:t>
            </a:r>
            <a:endParaRPr lang="en-US" dirty="0"/>
          </a:p>
        </p:txBody>
      </p:sp>
      <p:sp>
        <p:nvSpPr>
          <p:cNvPr id="7" name="Slide Number Placeholder 6"/>
          <p:cNvSpPr>
            <a:spLocks noGrp="1"/>
          </p:cNvSpPr>
          <p:nvPr>
            <p:ph type="sldNum" sz="quarter" idx="12"/>
          </p:nvPr>
        </p:nvSpPr>
        <p:spPr/>
        <p:txBody>
          <a:bodyPr/>
          <a:lstStyle/>
          <a:p>
            <a:fld id="{A49DFD55-3C28-40EF-9E31-A92D2E4017FF}" type="slidenum">
              <a:rPr lang="en-US" smtClean="0"/>
              <a:t>‹#›</a:t>
            </a:fld>
            <a:endParaRPr lang="en-US" dirty="0"/>
          </a:p>
        </p:txBody>
      </p:sp>
    </p:spTree>
    <p:extLst>
      <p:ext uri="{BB962C8B-B14F-4D97-AF65-F5344CB8AC3E}">
        <p14:creationId xmlns:p14="http://schemas.microsoft.com/office/powerpoint/2010/main" val="3984694891"/>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r>
              <a:rPr lang="en-US" smtClean="0"/>
              <a:t>PRESENTATION TITLE</a:t>
            </a:r>
            <a:endParaRPr lang="en-US" dirty="0"/>
          </a:p>
        </p:txBody>
      </p:sp>
      <p:sp>
        <p:nvSpPr>
          <p:cNvPr id="9" name="Slide Number Placeholder 8"/>
          <p:cNvSpPr>
            <a:spLocks noGrp="1"/>
          </p:cNvSpPr>
          <p:nvPr>
            <p:ph type="sldNum" sz="quarter" idx="12"/>
          </p:nvPr>
        </p:nvSpPr>
        <p:spPr/>
        <p:txBody>
          <a:bodyPr/>
          <a:lstStyle/>
          <a:p>
            <a:fld id="{A49DFD55-3C28-40EF-9E31-A92D2E4017FF}" type="slidenum">
              <a:rPr lang="en-US" smtClean="0"/>
              <a:t>‹#›</a:t>
            </a:fld>
            <a:endParaRPr lang="en-US" dirty="0"/>
          </a:p>
        </p:txBody>
      </p:sp>
    </p:spTree>
    <p:extLst>
      <p:ext uri="{BB962C8B-B14F-4D97-AF65-F5344CB8AC3E}">
        <p14:creationId xmlns:p14="http://schemas.microsoft.com/office/powerpoint/2010/main" val="838069310"/>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r>
              <a:rPr lang="en-US" smtClean="0"/>
              <a:t>PRESENTATION TITLE</a:t>
            </a:r>
            <a:endParaRPr lang="en-US" dirty="0"/>
          </a:p>
        </p:txBody>
      </p:sp>
      <p:sp>
        <p:nvSpPr>
          <p:cNvPr id="5" name="Slide Number Placeholder 4"/>
          <p:cNvSpPr>
            <a:spLocks noGrp="1"/>
          </p:cNvSpPr>
          <p:nvPr>
            <p:ph type="sldNum" sz="quarter" idx="12"/>
          </p:nvPr>
        </p:nvSpPr>
        <p:spPr/>
        <p:txBody>
          <a:bodyPr/>
          <a:lstStyle/>
          <a:p>
            <a:fld id="{A49DFD55-3C28-40EF-9E31-A92D2E4017FF}" type="slidenum">
              <a:rPr lang="en-US" smtClean="0"/>
              <a:t>‹#›</a:t>
            </a:fld>
            <a:endParaRPr lang="en-US" dirty="0"/>
          </a:p>
        </p:txBody>
      </p:sp>
    </p:spTree>
    <p:extLst>
      <p:ext uri="{BB962C8B-B14F-4D97-AF65-F5344CB8AC3E}">
        <p14:creationId xmlns:p14="http://schemas.microsoft.com/office/powerpoint/2010/main" val="3242327701"/>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p>
        </p:txBody>
      </p:sp>
      <p:sp>
        <p:nvSpPr>
          <p:cNvPr id="3" name="Footer Placeholder 2"/>
          <p:cNvSpPr>
            <a:spLocks noGrp="1"/>
          </p:cNvSpPr>
          <p:nvPr>
            <p:ph type="ftr" sz="quarter" idx="11"/>
          </p:nvPr>
        </p:nvSpPr>
        <p:spPr/>
        <p:txBody>
          <a:bodyPr/>
          <a:lstStyle/>
          <a:p>
            <a:r>
              <a:rPr lang="en-US" smtClean="0"/>
              <a:t>PRESENTATION TITLE</a:t>
            </a:r>
            <a:endParaRPr lang="en-US" dirty="0"/>
          </a:p>
        </p:txBody>
      </p:sp>
      <p:sp>
        <p:nvSpPr>
          <p:cNvPr id="4" name="Slide Number Placeholder 3"/>
          <p:cNvSpPr>
            <a:spLocks noGrp="1"/>
          </p:cNvSpPr>
          <p:nvPr>
            <p:ph type="sldNum" sz="quarter" idx="12"/>
          </p:nvPr>
        </p:nvSpPr>
        <p:spPr/>
        <p:txBody>
          <a:bodyPr/>
          <a:lstStyle/>
          <a:p>
            <a:fld id="{A49DFD55-3C28-40EF-9E31-A92D2E4017FF}" type="slidenum">
              <a:rPr lang="en-US" smtClean="0"/>
              <a:t>‹#›</a:t>
            </a:fld>
            <a:endParaRPr lang="en-US" dirty="0"/>
          </a:p>
        </p:txBody>
      </p:sp>
    </p:spTree>
    <p:extLst>
      <p:ext uri="{BB962C8B-B14F-4D97-AF65-F5344CB8AC3E}">
        <p14:creationId xmlns:p14="http://schemas.microsoft.com/office/powerpoint/2010/main" val="2281892822"/>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r>
              <a:rPr lang="en-US" smtClean="0"/>
              <a:t>PRESENTATION TITLE</a:t>
            </a:r>
            <a:endParaRPr lang="en-US" dirty="0"/>
          </a:p>
        </p:txBody>
      </p:sp>
      <p:sp>
        <p:nvSpPr>
          <p:cNvPr id="7" name="Slide Number Placeholder 6"/>
          <p:cNvSpPr>
            <a:spLocks noGrp="1"/>
          </p:cNvSpPr>
          <p:nvPr>
            <p:ph type="sldNum" sz="quarter" idx="12"/>
          </p:nvPr>
        </p:nvSpPr>
        <p:spPr/>
        <p:txBody>
          <a:bodyPr/>
          <a:lstStyle/>
          <a:p>
            <a:fld id="{A49DFD55-3C28-40EF-9E31-A92D2E4017FF}" type="slidenum">
              <a:rPr lang="en-US" smtClean="0"/>
              <a:t>‹#›</a:t>
            </a:fld>
            <a:endParaRPr lang="en-US" dirty="0"/>
          </a:p>
        </p:txBody>
      </p:sp>
    </p:spTree>
    <p:extLst>
      <p:ext uri="{BB962C8B-B14F-4D97-AF65-F5344CB8AC3E}">
        <p14:creationId xmlns:p14="http://schemas.microsoft.com/office/powerpoint/2010/main" val="662139279"/>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r>
              <a:rPr lang="en-US" smtClean="0"/>
              <a:t>PRESENTATION TITLE</a:t>
            </a:r>
            <a:endParaRPr lang="en-US" dirty="0"/>
          </a:p>
        </p:txBody>
      </p:sp>
      <p:sp>
        <p:nvSpPr>
          <p:cNvPr id="7" name="Slide Number Placeholder 6"/>
          <p:cNvSpPr>
            <a:spLocks noGrp="1"/>
          </p:cNvSpPr>
          <p:nvPr>
            <p:ph type="sldNum" sz="quarter" idx="12"/>
          </p:nvPr>
        </p:nvSpPr>
        <p:spPr/>
        <p:txBody>
          <a:bodyPr/>
          <a:lstStyle/>
          <a:p>
            <a:fld id="{A49DFD55-3C28-40EF-9E31-A92D2E4017FF}" type="slidenum">
              <a:rPr lang="en-US" smtClean="0"/>
              <a:t>‹#›</a:t>
            </a:fld>
            <a:endParaRPr lang="en-US" dirty="0"/>
          </a:p>
        </p:txBody>
      </p:sp>
    </p:spTree>
    <p:extLst>
      <p:ext uri="{BB962C8B-B14F-4D97-AF65-F5344CB8AC3E}">
        <p14:creationId xmlns:p14="http://schemas.microsoft.com/office/powerpoint/2010/main" val="445840451"/>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smtClean="0"/>
              <a:t>PRESENTATION TITLE</a:t>
            </a:r>
            <a:endParaRPr lang="en-US" dirty="0"/>
          </a:p>
        </p:txBody>
      </p:sp>
      <p:sp>
        <p:nvSpPr>
          <p:cNvPr id="6" name="Slide Number Placeholder 5"/>
          <p:cNvSpPr>
            <a:spLocks noGrp="1"/>
          </p:cNvSpPr>
          <p:nvPr>
            <p:ph type="sldNum" sz="quarter" idx="12"/>
          </p:nvPr>
        </p:nvSpPr>
        <p:spPr/>
        <p:txBody>
          <a:bodyPr/>
          <a:lstStyle/>
          <a:p>
            <a:fld id="{A49DFD55-3C28-40EF-9E31-A92D2E4017FF}" type="slidenum">
              <a:rPr lang="en-US" smtClean="0"/>
              <a:t>‹#›</a:t>
            </a:fld>
            <a:endParaRPr lang="en-US" dirty="0"/>
          </a:p>
        </p:txBody>
      </p:sp>
    </p:spTree>
    <p:extLst>
      <p:ext uri="{BB962C8B-B14F-4D97-AF65-F5344CB8AC3E}">
        <p14:creationId xmlns:p14="http://schemas.microsoft.com/office/powerpoint/2010/main" val="3870043475"/>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smtClean="0"/>
              <a:t>PRESENTATION TITLE</a:t>
            </a:r>
            <a:endParaRPr lang="en-US" dirty="0"/>
          </a:p>
        </p:txBody>
      </p:sp>
      <p:sp>
        <p:nvSpPr>
          <p:cNvPr id="6" name="Slide Number Placeholder 5"/>
          <p:cNvSpPr>
            <a:spLocks noGrp="1"/>
          </p:cNvSpPr>
          <p:nvPr>
            <p:ph type="sldNum" sz="quarter" idx="12"/>
          </p:nvPr>
        </p:nvSpPr>
        <p:spPr/>
        <p:txBody>
          <a:bodyPr/>
          <a:lstStyle/>
          <a:p>
            <a:fld id="{A49DFD55-3C28-40EF-9E31-A92D2E4017FF}" type="slidenum">
              <a:rPr lang="en-US" smtClean="0"/>
              <a:t>‹#›</a:t>
            </a:fld>
            <a:endParaRPr lang="en-US" dirty="0"/>
          </a:p>
        </p:txBody>
      </p:sp>
    </p:spTree>
    <p:extLst>
      <p:ext uri="{BB962C8B-B14F-4D97-AF65-F5344CB8AC3E}">
        <p14:creationId xmlns:p14="http://schemas.microsoft.com/office/powerpoint/2010/main" val="25096003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15B3628-62D7-4A6D-A79F-34DE91DBA31E}"/>
              </a:ext>
            </a:extLst>
          </p:cNvPr>
          <p:cNvSpPr>
            <a:spLocks noGrp="1"/>
          </p:cNvSpPr>
          <p:nvPr>
            <p:ph type="ctrTitle" hasCustomPrompt="1"/>
          </p:nvPr>
        </p:nvSpPr>
        <p:spPr>
          <a:xfrm>
            <a:off x="6441918" y="3329790"/>
            <a:ext cx="4941771" cy="3200400"/>
          </a:xfrm>
        </p:spPr>
        <p:txBody>
          <a:bodyPr anchor="ctr">
            <a:noAutofit/>
          </a:bodyPr>
          <a:lstStyle>
            <a:lvl1pPr algn="l">
              <a:defRPr sz="3600" spc="150" baseline="0"/>
            </a:lvl1pPr>
          </a:lstStyle>
          <a:p>
            <a:r>
              <a:rPr lang="en-US" dirty="0"/>
              <a:t>CLICK TO add title</a:t>
            </a:r>
          </a:p>
        </p:txBody>
      </p:sp>
      <p:pic>
        <p:nvPicPr>
          <p:cNvPr id="8" name="Graphic 7">
            <a:extLst>
              <a:ext uri="{FF2B5EF4-FFF2-40B4-BE49-F238E27FC236}">
                <a16:creationId xmlns="" xmlns:a16="http://schemas.microsoft.com/office/drawing/2014/main" id="{A04F1E16-9A84-4D0E-9706-79C396AF6AE6}"/>
              </a:ext>
              <a:ext uri="{C183D7F6-B498-43B3-948B-1728B52AA6E4}">
                <adec:decorative xmlns="" xmlns:adec="http://schemas.microsoft.com/office/drawing/2017/decorative" val="1"/>
              </a:ext>
            </a:extLst>
          </p:cNvPr>
          <p:cNvPicPr>
            <a:picLocks noChangeAspect="1"/>
          </p:cNvPicPr>
          <p:nvPr userDrawn="1"/>
        </p:nvPicPr>
        <p:blipFill rotWithShape="1">
          <a:blip r:embed="rId2">
            <a:extLst>
              <a:ext uri="{96DAC541-7B7A-43D3-8B79-37D633B846F1}">
                <asvg:svgBlip xmlns="" xmlns:asvg="http://schemas.microsoft.com/office/drawing/2016/SVG/main" r:embed="rId3"/>
              </a:ext>
            </a:extLst>
          </a:blip>
          <a:srcRect l="9358" t="23650" b="-1"/>
          <a:stretch/>
        </p:blipFill>
        <p:spPr>
          <a:xfrm>
            <a:off x="0" y="0"/>
            <a:ext cx="9488312" cy="5054323"/>
          </a:xfrm>
          <a:prstGeom prst="rect">
            <a:avLst/>
          </a:prstGeom>
        </p:spPr>
      </p:pic>
    </p:spTree>
    <p:extLst>
      <p:ext uri="{BB962C8B-B14F-4D97-AF65-F5344CB8AC3E}">
        <p14:creationId xmlns:p14="http://schemas.microsoft.com/office/powerpoint/2010/main" val="24209867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Section Break 1">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15B3628-62D7-4A6D-A79F-34DE91DBA31E}"/>
              </a:ext>
            </a:extLst>
          </p:cNvPr>
          <p:cNvSpPr>
            <a:spLocks noGrp="1"/>
          </p:cNvSpPr>
          <p:nvPr>
            <p:ph type="ctrTitle" hasCustomPrompt="1"/>
          </p:nvPr>
        </p:nvSpPr>
        <p:spPr>
          <a:xfrm>
            <a:off x="6991350" y="487018"/>
            <a:ext cx="4179570" cy="3377354"/>
          </a:xfrm>
        </p:spPr>
        <p:txBody>
          <a:bodyPr anchor="b">
            <a:noAutofit/>
          </a:bodyPr>
          <a:lstStyle>
            <a:lvl1pPr algn="l">
              <a:defRPr sz="3600" spc="150" baseline="0">
                <a:solidFill>
                  <a:schemeClr val="tx1"/>
                </a:solidFill>
              </a:defRPr>
            </a:lvl1pPr>
          </a:lstStyle>
          <a:p>
            <a:r>
              <a:rPr lang="en-US" dirty="0"/>
              <a:t>CLICK TO add title</a:t>
            </a:r>
          </a:p>
        </p:txBody>
      </p:sp>
      <p:grpSp>
        <p:nvGrpSpPr>
          <p:cNvPr id="4" name="Group 3">
            <a:extLst>
              <a:ext uri="{FF2B5EF4-FFF2-40B4-BE49-F238E27FC236}">
                <a16:creationId xmlns="" xmlns:a16="http://schemas.microsoft.com/office/drawing/2014/main" id="{4A96E214-6A61-C8A7-B1DB-C8C260C13441}"/>
              </a:ext>
              <a:ext uri="{C183D7F6-B498-43B3-948B-1728B52AA6E4}">
                <adec:decorative xmlns="" xmlns:adec="http://schemas.microsoft.com/office/drawing/2017/decorative" val="1"/>
              </a:ext>
            </a:extLst>
          </p:cNvPr>
          <p:cNvGrpSpPr/>
          <p:nvPr userDrawn="1"/>
        </p:nvGrpSpPr>
        <p:grpSpPr>
          <a:xfrm>
            <a:off x="0" y="0"/>
            <a:ext cx="6557818" cy="6858000"/>
            <a:chOff x="0" y="0"/>
            <a:chExt cx="4762501" cy="5186363"/>
          </a:xfrm>
        </p:grpSpPr>
        <p:cxnSp>
          <p:nvCxnSpPr>
            <p:cNvPr id="5" name="Straight Connector 4">
              <a:extLst>
                <a:ext uri="{FF2B5EF4-FFF2-40B4-BE49-F238E27FC236}">
                  <a16:creationId xmlns="" xmlns:a16="http://schemas.microsoft.com/office/drawing/2014/main" id="{A18BC1BC-99D6-D9F4-19F9-AAE722E2AE61}"/>
                </a:ext>
              </a:extLst>
            </p:cNvPr>
            <p:cNvCxnSpPr>
              <a:cxnSpLocks/>
            </p:cNvCxnSpPr>
            <p:nvPr userDrawn="1"/>
          </p:nvCxnSpPr>
          <p:spPr>
            <a:xfrm flipH="1" flipV="1">
              <a:off x="0" y="876300"/>
              <a:ext cx="4762500" cy="16287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 xmlns:a16="http://schemas.microsoft.com/office/drawing/2014/main" id="{6816F797-248B-2C75-29B9-DB65A809D47B}"/>
                </a:ext>
              </a:extLst>
            </p:cNvPr>
            <p:cNvCxnSpPr>
              <a:cxnSpLocks/>
            </p:cNvCxnSpPr>
            <p:nvPr userDrawn="1"/>
          </p:nvCxnSpPr>
          <p:spPr>
            <a:xfrm flipH="1" flipV="1">
              <a:off x="2638425" y="0"/>
              <a:ext cx="2124076" cy="51863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2976994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Section Break 2">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15B3628-62D7-4A6D-A79F-34DE91DBA31E}"/>
              </a:ext>
            </a:extLst>
          </p:cNvPr>
          <p:cNvSpPr>
            <a:spLocks noGrp="1"/>
          </p:cNvSpPr>
          <p:nvPr>
            <p:ph type="ctrTitle" hasCustomPrompt="1"/>
          </p:nvPr>
        </p:nvSpPr>
        <p:spPr>
          <a:xfrm>
            <a:off x="6991350" y="487680"/>
            <a:ext cx="4179570" cy="3376691"/>
          </a:xfrm>
        </p:spPr>
        <p:txBody>
          <a:bodyPr anchor="b">
            <a:noAutofit/>
          </a:bodyPr>
          <a:lstStyle>
            <a:lvl1pPr algn="l">
              <a:defRPr sz="3600" spc="150" baseline="0">
                <a:solidFill>
                  <a:schemeClr val="bg1"/>
                </a:solidFill>
              </a:defRPr>
            </a:lvl1pPr>
          </a:lstStyle>
          <a:p>
            <a:r>
              <a:rPr lang="en-US" dirty="0"/>
              <a:t>CLICK TO add title</a:t>
            </a:r>
          </a:p>
        </p:txBody>
      </p:sp>
      <p:cxnSp>
        <p:nvCxnSpPr>
          <p:cNvPr id="7" name="Straight Connector 6">
            <a:extLst>
              <a:ext uri="{FF2B5EF4-FFF2-40B4-BE49-F238E27FC236}">
                <a16:creationId xmlns="" xmlns:a16="http://schemas.microsoft.com/office/drawing/2014/main" id="{5D8E94DD-0F7B-3F92-58EA-5F06D557BF40}"/>
              </a:ext>
              <a:ext uri="{C183D7F6-B498-43B3-948B-1728B52AA6E4}">
                <adec:decorative xmlns="" xmlns:adec="http://schemas.microsoft.com/office/drawing/2017/decorative" val="1"/>
              </a:ext>
            </a:extLst>
          </p:cNvPr>
          <p:cNvCxnSpPr>
            <a:cxnSpLocks/>
          </p:cNvCxnSpPr>
          <p:nvPr userDrawn="1"/>
        </p:nvCxnSpPr>
        <p:spPr>
          <a:xfrm>
            <a:off x="3990667" y="0"/>
            <a:ext cx="1126278" cy="251229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Picture Placeholder 8">
            <a:extLst>
              <a:ext uri="{FF2B5EF4-FFF2-40B4-BE49-F238E27FC236}">
                <a16:creationId xmlns="" xmlns:a16="http://schemas.microsoft.com/office/drawing/2014/main" id="{419F5397-34DB-BC88-ADF5-AA470A06FE50}"/>
              </a:ext>
            </a:extLst>
          </p:cNvPr>
          <p:cNvSpPr>
            <a:spLocks noGrp="1"/>
          </p:cNvSpPr>
          <p:nvPr>
            <p:ph type="pic" sz="quarter" idx="10"/>
          </p:nvPr>
        </p:nvSpPr>
        <p:spPr>
          <a:xfrm>
            <a:off x="0" y="-5080"/>
            <a:ext cx="6576291" cy="6872605"/>
          </a:xfrm>
          <a:custGeom>
            <a:avLst/>
            <a:gdLst>
              <a:gd name="connsiteX0" fmla="*/ 0 w 6576291"/>
              <a:gd name="connsiteY0" fmla="*/ 0 h 6867525"/>
              <a:gd name="connsiteX1" fmla="*/ 6576291 w 6576291"/>
              <a:gd name="connsiteY1" fmla="*/ 0 h 6867525"/>
              <a:gd name="connsiteX2" fmla="*/ 6576291 w 6576291"/>
              <a:gd name="connsiteY2" fmla="*/ 6867525 h 6867525"/>
              <a:gd name="connsiteX3" fmla="*/ 0 w 6576291"/>
              <a:gd name="connsiteY3" fmla="*/ 6867525 h 6867525"/>
              <a:gd name="connsiteX4" fmla="*/ 0 w 6576291"/>
              <a:gd name="connsiteY4" fmla="*/ 0 h 6867525"/>
              <a:gd name="connsiteX0" fmla="*/ 0 w 6576291"/>
              <a:gd name="connsiteY0" fmla="*/ 5080 h 6872605"/>
              <a:gd name="connsiteX1" fmla="*/ 3604491 w 6576291"/>
              <a:gd name="connsiteY1" fmla="*/ 0 h 6872605"/>
              <a:gd name="connsiteX2" fmla="*/ 6576291 w 6576291"/>
              <a:gd name="connsiteY2" fmla="*/ 6872605 h 6872605"/>
              <a:gd name="connsiteX3" fmla="*/ 0 w 6576291"/>
              <a:gd name="connsiteY3" fmla="*/ 6872605 h 6872605"/>
              <a:gd name="connsiteX4" fmla="*/ 0 w 6576291"/>
              <a:gd name="connsiteY4" fmla="*/ 5080 h 6872605"/>
              <a:gd name="connsiteX0" fmla="*/ 0 w 6576291"/>
              <a:gd name="connsiteY0" fmla="*/ 0 h 6867525"/>
              <a:gd name="connsiteX1" fmla="*/ 3624811 w 6576291"/>
              <a:gd name="connsiteY1" fmla="*/ 10160 h 6867525"/>
              <a:gd name="connsiteX2" fmla="*/ 6576291 w 6576291"/>
              <a:gd name="connsiteY2" fmla="*/ 6867525 h 6867525"/>
              <a:gd name="connsiteX3" fmla="*/ 0 w 6576291"/>
              <a:gd name="connsiteY3" fmla="*/ 6867525 h 6867525"/>
              <a:gd name="connsiteX4" fmla="*/ 0 w 6576291"/>
              <a:gd name="connsiteY4" fmla="*/ 0 h 6867525"/>
              <a:gd name="connsiteX0" fmla="*/ 0 w 6576291"/>
              <a:gd name="connsiteY0" fmla="*/ 5080 h 6872605"/>
              <a:gd name="connsiteX1" fmla="*/ 3629891 w 6576291"/>
              <a:gd name="connsiteY1" fmla="*/ 0 h 6872605"/>
              <a:gd name="connsiteX2" fmla="*/ 6576291 w 6576291"/>
              <a:gd name="connsiteY2" fmla="*/ 6872605 h 6872605"/>
              <a:gd name="connsiteX3" fmla="*/ 0 w 6576291"/>
              <a:gd name="connsiteY3" fmla="*/ 6872605 h 6872605"/>
              <a:gd name="connsiteX4" fmla="*/ 0 w 6576291"/>
              <a:gd name="connsiteY4" fmla="*/ 5080 h 68726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6291" h="6872605">
                <a:moveTo>
                  <a:pt x="0" y="5080"/>
                </a:moveTo>
                <a:lnTo>
                  <a:pt x="3629891" y="0"/>
                </a:lnTo>
                <a:lnTo>
                  <a:pt x="6576291" y="6872605"/>
                </a:lnTo>
                <a:lnTo>
                  <a:pt x="0" y="6872605"/>
                </a:lnTo>
                <a:lnTo>
                  <a:pt x="0" y="5080"/>
                </a:lnTo>
                <a:close/>
              </a:path>
            </a:pathLst>
          </a:custGeom>
        </p:spPr>
        <p:txBody>
          <a:bodyPr lIns="182880" tIns="182880" bIns="91440">
            <a:normAutofit/>
          </a:bodyPr>
          <a:lstStyle>
            <a:lvl1pPr marL="0" indent="0">
              <a:buNone/>
              <a:defRPr sz="2000">
                <a:solidFill>
                  <a:schemeClr val="bg1"/>
                </a:solidFill>
              </a:defRPr>
            </a:lvl1pPr>
          </a:lstStyle>
          <a:p>
            <a:r>
              <a:rPr lang="en-US"/>
              <a:t>Click icon to add picture</a:t>
            </a:r>
            <a:endParaRPr lang="en-US" dirty="0"/>
          </a:p>
        </p:txBody>
      </p:sp>
    </p:spTree>
    <p:extLst>
      <p:ext uri="{BB962C8B-B14F-4D97-AF65-F5344CB8AC3E}">
        <p14:creationId xmlns:p14="http://schemas.microsoft.com/office/powerpoint/2010/main" val="15425066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3A3821F-4537-4AE7-8829-C2E3AE60F6E1}"/>
              </a:ext>
            </a:extLst>
          </p:cNvPr>
          <p:cNvSpPr>
            <a:spLocks noGrp="1"/>
          </p:cNvSpPr>
          <p:nvPr>
            <p:ph type="title" hasCustomPrompt="1"/>
          </p:nvPr>
        </p:nvSpPr>
        <p:spPr>
          <a:xfrm>
            <a:off x="1322318" y="268360"/>
            <a:ext cx="7288282" cy="2121177"/>
          </a:xfrm>
        </p:spPr>
        <p:txBody>
          <a:bodyPr anchor="b">
            <a:normAutofit/>
          </a:bodyPr>
          <a:lstStyle>
            <a:lvl1pPr>
              <a:defRPr lang="en-US" sz="2800" kern="1200" spc="150" baseline="0" dirty="0">
                <a:solidFill>
                  <a:schemeClr val="tx1"/>
                </a:solidFill>
                <a:latin typeface="+mj-lt"/>
                <a:ea typeface="+mj-ea"/>
                <a:cs typeface="+mj-cs"/>
              </a:defRPr>
            </a:lvl1pPr>
          </a:lstStyle>
          <a:p>
            <a:r>
              <a:rPr lang="en-US" dirty="0"/>
              <a:t>CLICK TO add title</a:t>
            </a:r>
          </a:p>
        </p:txBody>
      </p:sp>
      <p:sp>
        <p:nvSpPr>
          <p:cNvPr id="3" name="Content Placeholder 3">
            <a:extLst>
              <a:ext uri="{FF2B5EF4-FFF2-40B4-BE49-F238E27FC236}">
                <a16:creationId xmlns="" xmlns:a16="http://schemas.microsoft.com/office/drawing/2014/main" id="{EAC9D25F-5B3D-F5B2-5D02-C6BC6AA8987B}"/>
              </a:ext>
            </a:extLst>
          </p:cNvPr>
          <p:cNvSpPr>
            <a:spLocks noGrp="1"/>
          </p:cNvSpPr>
          <p:nvPr>
            <p:ph sz="half" idx="2" hasCustomPrompt="1"/>
          </p:nvPr>
        </p:nvSpPr>
        <p:spPr>
          <a:xfrm>
            <a:off x="1322388" y="2763078"/>
            <a:ext cx="7288212" cy="3407051"/>
          </a:xfrm>
        </p:spPr>
        <p:txBody>
          <a:bodyPr>
            <a:normAutofit/>
          </a:bodyPr>
          <a:lstStyle>
            <a:lvl1pPr marL="0" indent="0">
              <a:lnSpc>
                <a:spcPct val="100000"/>
              </a:lnSpc>
              <a:buFont typeface="Arial" panose="020B0604020202020204" pitchFamily="34" charset="0"/>
              <a:buNone/>
              <a:defRPr sz="1800" b="1"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43000"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9" name="Group 8">
            <a:extLst>
              <a:ext uri="{FF2B5EF4-FFF2-40B4-BE49-F238E27FC236}">
                <a16:creationId xmlns="" xmlns:a16="http://schemas.microsoft.com/office/drawing/2014/main" id="{18E16CF1-2502-F2F0-2C27-2DD7979033E2}"/>
              </a:ext>
              <a:ext uri="{C183D7F6-B498-43B3-948B-1728B52AA6E4}">
                <adec:decorative xmlns="" xmlns:adec="http://schemas.microsoft.com/office/drawing/2017/decorative" val="1"/>
              </a:ext>
            </a:extLst>
          </p:cNvPr>
          <p:cNvGrpSpPr/>
          <p:nvPr userDrawn="1"/>
        </p:nvGrpSpPr>
        <p:grpSpPr>
          <a:xfrm>
            <a:off x="9096374" y="-25401"/>
            <a:ext cx="3095625" cy="6883401"/>
            <a:chOff x="9096375" y="-25401"/>
            <a:chExt cx="3095625" cy="6883401"/>
          </a:xfrm>
        </p:grpSpPr>
        <p:cxnSp>
          <p:nvCxnSpPr>
            <p:cNvPr id="10" name="Straight Connector 9">
              <a:extLst>
                <a:ext uri="{FF2B5EF4-FFF2-40B4-BE49-F238E27FC236}">
                  <a16:creationId xmlns="" xmlns:a16="http://schemas.microsoft.com/office/drawing/2014/main" id="{6322A6FB-333C-65AE-23D8-08BCEA174D43}"/>
                </a:ext>
              </a:extLst>
            </p:cNvPr>
            <p:cNvCxnSpPr/>
            <p:nvPr userDrawn="1"/>
          </p:nvCxnSpPr>
          <p:spPr>
            <a:xfrm>
              <a:off x="9096375" y="1497012"/>
              <a:ext cx="30956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 xmlns:a16="http://schemas.microsoft.com/office/drawing/2014/main" id="{162BB247-4598-A983-DEBF-6F042C1DB0BC}"/>
                </a:ext>
              </a:extLst>
            </p:cNvPr>
            <p:cNvCxnSpPr>
              <a:cxnSpLocks/>
            </p:cNvCxnSpPr>
            <p:nvPr userDrawn="1"/>
          </p:nvCxnSpPr>
          <p:spPr>
            <a:xfrm flipH="1">
              <a:off x="9381744" y="-25401"/>
              <a:ext cx="2810256" cy="68834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2" name="Straight Connector 11">
            <a:extLst>
              <a:ext uri="{FF2B5EF4-FFF2-40B4-BE49-F238E27FC236}">
                <a16:creationId xmlns="" xmlns:a16="http://schemas.microsoft.com/office/drawing/2014/main" id="{34E84FEE-D475-A71D-7996-5925602ECF9A}"/>
              </a:ext>
              <a:ext uri="{C183D7F6-B498-43B3-948B-1728B52AA6E4}">
                <adec:decorative xmlns="" xmlns:adec="http://schemas.microsoft.com/office/drawing/2017/decorative" val="1"/>
              </a:ext>
            </a:extLst>
          </p:cNvPr>
          <p:cNvCxnSpPr>
            <a:cxnSpLocks/>
          </p:cNvCxnSpPr>
          <p:nvPr userDrawn="1"/>
        </p:nvCxnSpPr>
        <p:spPr>
          <a:xfrm rot="10800000" flipH="1">
            <a:off x="-1" y="-25403"/>
            <a:ext cx="1210573" cy="204816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Footer Placeholder 4">
            <a:extLst>
              <a:ext uri="{FF2B5EF4-FFF2-40B4-BE49-F238E27FC236}">
                <a16:creationId xmlns="" xmlns:a16="http://schemas.microsoft.com/office/drawing/2014/main" id="{7459776D-4049-CB00-C321-0627C169BC51}"/>
              </a:ext>
            </a:extLst>
          </p:cNvPr>
          <p:cNvSpPr>
            <a:spLocks noGrp="1"/>
          </p:cNvSpPr>
          <p:nvPr>
            <p:ph type="ftr" sz="quarter" idx="11"/>
          </p:nvPr>
        </p:nvSpPr>
        <p:spPr>
          <a:xfrm>
            <a:off x="1333500" y="6356349"/>
            <a:ext cx="3819228" cy="365125"/>
          </a:xfrm>
        </p:spPr>
        <p:txBody>
          <a:bodyPr/>
          <a:lstStyle>
            <a:lvl1pPr algn="l">
              <a:defRPr sz="900"/>
            </a:lvl1pPr>
          </a:lstStyle>
          <a:p>
            <a:r>
              <a:rPr lang="en-US" dirty="0"/>
              <a:t>PRESENTATION TITLE</a:t>
            </a:r>
          </a:p>
        </p:txBody>
      </p:sp>
      <p:sp>
        <p:nvSpPr>
          <p:cNvPr id="16" name="Slide Number Placeholder 5">
            <a:extLst>
              <a:ext uri="{FF2B5EF4-FFF2-40B4-BE49-F238E27FC236}">
                <a16:creationId xmlns="" xmlns:a16="http://schemas.microsoft.com/office/drawing/2014/main" id="{EDE114AF-34C6-A062-7340-858BC27DA264}"/>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5828587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Two Content 1">
    <p:bg>
      <p:bgPr>
        <a:solidFill>
          <a:schemeClr val="accent1"/>
        </a:solidFill>
        <a:effectLst/>
      </p:bgPr>
    </p:bg>
    <p:spTree>
      <p:nvGrpSpPr>
        <p:cNvPr id="1" name=""/>
        <p:cNvGrpSpPr/>
        <p:nvPr/>
      </p:nvGrpSpPr>
      <p:grpSpPr>
        <a:xfrm>
          <a:off x="0" y="0"/>
          <a:ext cx="0" cy="0"/>
          <a:chOff x="0" y="0"/>
          <a:chExt cx="0" cy="0"/>
        </a:xfrm>
      </p:grpSpPr>
      <p:pic>
        <p:nvPicPr>
          <p:cNvPr id="10" name="Graphic 9">
            <a:extLst>
              <a:ext uri="{FF2B5EF4-FFF2-40B4-BE49-F238E27FC236}">
                <a16:creationId xmlns="" xmlns:a16="http://schemas.microsoft.com/office/drawing/2014/main" id="{955F7B05-9431-1FBA-415D-6CF2DF562B97}"/>
              </a:ext>
              <a:ext uri="{C183D7F6-B498-43B3-948B-1728B52AA6E4}">
                <adec:decorative xmlns="" xmlns:adec="http://schemas.microsoft.com/office/drawing/2017/decorative" val="1"/>
              </a:ext>
            </a:extLst>
          </p:cNvPr>
          <p:cNvPicPr>
            <a:picLocks noChangeAspect="1"/>
          </p:cNvPicPr>
          <p:nvPr userDrawn="1"/>
        </p:nvPicPr>
        <p:blipFill rotWithShape="1">
          <a:blip r:embed="rId2">
            <a:extLst>
              <a:ext uri="{96DAC541-7B7A-43D3-8B79-37D633B846F1}">
                <asvg:svgBlip xmlns="" xmlns:asvg="http://schemas.microsoft.com/office/drawing/2016/SVG/main" r:embed="rId3"/>
              </a:ext>
            </a:extLst>
          </a:blip>
          <a:srcRect l="39434" t="20278" b="22673"/>
          <a:stretch/>
        </p:blipFill>
        <p:spPr>
          <a:xfrm>
            <a:off x="25785" y="0"/>
            <a:ext cx="4093633" cy="3912394"/>
          </a:xfrm>
          <a:prstGeom prst="rect">
            <a:avLst/>
          </a:prstGeom>
        </p:spPr>
      </p:pic>
      <p:sp>
        <p:nvSpPr>
          <p:cNvPr id="2" name="Title 1">
            <a:extLst>
              <a:ext uri="{FF2B5EF4-FFF2-40B4-BE49-F238E27FC236}">
                <a16:creationId xmlns="" xmlns:a16="http://schemas.microsoft.com/office/drawing/2014/main" id="{81CF3B5C-31C4-46BA-9FAD-72DF917A84DA}"/>
              </a:ext>
            </a:extLst>
          </p:cNvPr>
          <p:cNvSpPr>
            <a:spLocks noGrp="1"/>
          </p:cNvSpPr>
          <p:nvPr>
            <p:ph type="title" hasCustomPrompt="1"/>
          </p:nvPr>
        </p:nvSpPr>
        <p:spPr>
          <a:xfrm>
            <a:off x="2933700" y="568961"/>
            <a:ext cx="8420100" cy="1780860"/>
          </a:xfrm>
        </p:spPr>
        <p:txBody>
          <a:bodyPr anchor="b">
            <a:normAutofit/>
          </a:bodyPr>
          <a:lstStyle>
            <a:lvl1pPr>
              <a:defRPr lang="en-US" sz="2800" kern="1200" spc="150" baseline="0" dirty="0">
                <a:solidFill>
                  <a:schemeClr val="tx1"/>
                </a:solidFill>
                <a:latin typeface="+mj-lt"/>
                <a:ea typeface="+mj-ea"/>
                <a:cs typeface="+mj-cs"/>
              </a:defRPr>
            </a:lvl1pPr>
          </a:lstStyle>
          <a:p>
            <a:r>
              <a:rPr lang="en-US" dirty="0"/>
              <a:t>CLICK TO add title</a:t>
            </a:r>
          </a:p>
        </p:txBody>
      </p:sp>
      <p:sp>
        <p:nvSpPr>
          <p:cNvPr id="3" name="Text Placeholder 2">
            <a:extLst>
              <a:ext uri="{FF2B5EF4-FFF2-40B4-BE49-F238E27FC236}">
                <a16:creationId xmlns="" xmlns:a16="http://schemas.microsoft.com/office/drawing/2014/main" id="{B659CD1F-9DFB-4048-9B9B-2BD7D4EC6400}"/>
              </a:ext>
            </a:extLst>
          </p:cNvPr>
          <p:cNvSpPr>
            <a:spLocks noGrp="1"/>
          </p:cNvSpPr>
          <p:nvPr>
            <p:ph type="body" idx="1" hasCustomPrompt="1"/>
          </p:nvPr>
        </p:nvSpPr>
        <p:spPr>
          <a:xfrm>
            <a:off x="2933700" y="2797255"/>
            <a:ext cx="3924300" cy="464499"/>
          </a:xfrm>
        </p:spPr>
        <p:txBody>
          <a:bodyPr anchor="t">
            <a:norm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7" name="Content Placeholder 3">
            <a:extLst>
              <a:ext uri="{FF2B5EF4-FFF2-40B4-BE49-F238E27FC236}">
                <a16:creationId xmlns="" xmlns:a16="http://schemas.microsoft.com/office/drawing/2014/main" id="{07FF22E3-5928-787E-B062-FA18127D3BD9}"/>
              </a:ext>
            </a:extLst>
          </p:cNvPr>
          <p:cNvSpPr>
            <a:spLocks noGrp="1"/>
          </p:cNvSpPr>
          <p:nvPr>
            <p:ph sz="half" idx="13" hasCustomPrompt="1"/>
          </p:nvPr>
        </p:nvSpPr>
        <p:spPr>
          <a:xfrm>
            <a:off x="2933700" y="3251596"/>
            <a:ext cx="3943627" cy="3234264"/>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43000"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 xmlns:a16="http://schemas.microsoft.com/office/drawing/2014/main" id="{B374FC39-67F6-42EA-BCD1-F69AE2F0F22D}"/>
              </a:ext>
            </a:extLst>
          </p:cNvPr>
          <p:cNvSpPr>
            <a:spLocks noGrp="1"/>
          </p:cNvSpPr>
          <p:nvPr>
            <p:ph type="body" sz="quarter" idx="3" hasCustomPrompt="1"/>
          </p:nvPr>
        </p:nvSpPr>
        <p:spPr>
          <a:xfrm>
            <a:off x="7410173" y="2797255"/>
            <a:ext cx="3943627" cy="464499"/>
          </a:xfrm>
        </p:spPr>
        <p:txBody>
          <a:bodyPr anchor="t">
            <a:norm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9" name="Content Placeholder 3">
            <a:extLst>
              <a:ext uri="{FF2B5EF4-FFF2-40B4-BE49-F238E27FC236}">
                <a16:creationId xmlns="" xmlns:a16="http://schemas.microsoft.com/office/drawing/2014/main" id="{178E4D0B-96F1-45F3-6B2A-5FA31A37257F}"/>
              </a:ext>
            </a:extLst>
          </p:cNvPr>
          <p:cNvSpPr>
            <a:spLocks noGrp="1"/>
          </p:cNvSpPr>
          <p:nvPr>
            <p:ph sz="half" idx="14" hasCustomPrompt="1"/>
          </p:nvPr>
        </p:nvSpPr>
        <p:spPr>
          <a:xfrm>
            <a:off x="7410173" y="3251595"/>
            <a:ext cx="3943627" cy="3234264"/>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43000"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Footer Placeholder 4">
            <a:extLst>
              <a:ext uri="{FF2B5EF4-FFF2-40B4-BE49-F238E27FC236}">
                <a16:creationId xmlns="" xmlns:a16="http://schemas.microsoft.com/office/drawing/2014/main" id="{5F41582C-9AD2-F126-40F3-D43E77D158C8}"/>
              </a:ext>
            </a:extLst>
          </p:cNvPr>
          <p:cNvSpPr>
            <a:spLocks noGrp="1"/>
          </p:cNvSpPr>
          <p:nvPr>
            <p:ph type="ftr" sz="quarter" idx="11"/>
          </p:nvPr>
        </p:nvSpPr>
        <p:spPr>
          <a:xfrm>
            <a:off x="2969260" y="6356349"/>
            <a:ext cx="3819228" cy="365125"/>
          </a:xfrm>
        </p:spPr>
        <p:txBody>
          <a:bodyPr/>
          <a:lstStyle>
            <a:lvl1pPr algn="l">
              <a:defRPr sz="900"/>
            </a:lvl1pPr>
          </a:lstStyle>
          <a:p>
            <a:r>
              <a:rPr lang="en-US" dirty="0"/>
              <a:t>PRESENTATION TITLE</a:t>
            </a:r>
          </a:p>
        </p:txBody>
      </p:sp>
      <p:sp>
        <p:nvSpPr>
          <p:cNvPr id="14" name="Slide Number Placeholder 5">
            <a:extLst>
              <a:ext uri="{FF2B5EF4-FFF2-40B4-BE49-F238E27FC236}">
                <a16:creationId xmlns="" xmlns:a16="http://schemas.microsoft.com/office/drawing/2014/main" id="{341F76B1-7BEF-7A88-1394-1164BFF082E5}"/>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20553432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Two Content 2">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1CF3B5C-31C4-46BA-9FAD-72DF917A84DA}"/>
              </a:ext>
            </a:extLst>
          </p:cNvPr>
          <p:cNvSpPr>
            <a:spLocks noGrp="1"/>
          </p:cNvSpPr>
          <p:nvPr>
            <p:ph type="title" hasCustomPrompt="1"/>
          </p:nvPr>
        </p:nvSpPr>
        <p:spPr>
          <a:xfrm>
            <a:off x="1341120" y="558801"/>
            <a:ext cx="9953308" cy="1780860"/>
          </a:xfrm>
        </p:spPr>
        <p:txBody>
          <a:bodyPr anchor="b">
            <a:normAutofit/>
          </a:bodyPr>
          <a:lstStyle>
            <a:lvl1pPr>
              <a:defRPr lang="en-US" sz="2800" kern="1200" spc="150" baseline="0" dirty="0">
                <a:solidFill>
                  <a:schemeClr val="tx1"/>
                </a:solidFill>
                <a:latin typeface="+mj-lt"/>
                <a:ea typeface="+mj-ea"/>
                <a:cs typeface="+mj-cs"/>
              </a:defRPr>
            </a:lvl1pPr>
          </a:lstStyle>
          <a:p>
            <a:r>
              <a:rPr lang="en-US" dirty="0"/>
              <a:t>CLICK TO add title</a:t>
            </a:r>
          </a:p>
        </p:txBody>
      </p:sp>
      <p:grpSp>
        <p:nvGrpSpPr>
          <p:cNvPr id="10" name="Group 9">
            <a:extLst>
              <a:ext uri="{FF2B5EF4-FFF2-40B4-BE49-F238E27FC236}">
                <a16:creationId xmlns="" xmlns:a16="http://schemas.microsoft.com/office/drawing/2014/main" id="{6A217F83-0BDB-C70B-29FE-2651DE191533}"/>
              </a:ext>
              <a:ext uri="{C183D7F6-B498-43B3-948B-1728B52AA6E4}">
                <adec:decorative xmlns="" xmlns:adec="http://schemas.microsoft.com/office/drawing/2017/decorative" val="1"/>
              </a:ext>
            </a:extLst>
          </p:cNvPr>
          <p:cNvGrpSpPr/>
          <p:nvPr userDrawn="1"/>
        </p:nvGrpSpPr>
        <p:grpSpPr>
          <a:xfrm>
            <a:off x="4429817" y="0"/>
            <a:ext cx="7762183" cy="2754814"/>
            <a:chOff x="7334250" y="0"/>
            <a:chExt cx="4857750" cy="1724025"/>
          </a:xfrm>
        </p:grpSpPr>
        <p:cxnSp>
          <p:nvCxnSpPr>
            <p:cNvPr id="11" name="Straight Connector 10">
              <a:extLst>
                <a:ext uri="{FF2B5EF4-FFF2-40B4-BE49-F238E27FC236}">
                  <a16:creationId xmlns="" xmlns:a16="http://schemas.microsoft.com/office/drawing/2014/main" id="{E0C62368-3F79-C078-7086-B23D2F5A09F8}"/>
                </a:ext>
              </a:extLst>
            </p:cNvPr>
            <p:cNvCxnSpPr/>
            <p:nvPr userDrawn="1"/>
          </p:nvCxnSpPr>
          <p:spPr>
            <a:xfrm flipH="1" flipV="1">
              <a:off x="7334250" y="0"/>
              <a:ext cx="4857750" cy="76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 xmlns:a16="http://schemas.microsoft.com/office/drawing/2014/main" id="{609BDD71-BF2E-BDB0-A625-D8371AEA1CAB}"/>
                </a:ext>
              </a:extLst>
            </p:cNvPr>
            <p:cNvCxnSpPr>
              <a:cxnSpLocks/>
            </p:cNvCxnSpPr>
            <p:nvPr userDrawn="1"/>
          </p:nvCxnSpPr>
          <p:spPr>
            <a:xfrm>
              <a:off x="11487150" y="0"/>
              <a:ext cx="704850" cy="17240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5" name="Text Placeholder 2">
            <a:extLst>
              <a:ext uri="{FF2B5EF4-FFF2-40B4-BE49-F238E27FC236}">
                <a16:creationId xmlns="" xmlns:a16="http://schemas.microsoft.com/office/drawing/2014/main" id="{83354B96-CD25-BE1C-8CA2-3825F820B759}"/>
              </a:ext>
            </a:extLst>
          </p:cNvPr>
          <p:cNvSpPr>
            <a:spLocks noGrp="1"/>
          </p:cNvSpPr>
          <p:nvPr>
            <p:ph type="body" idx="1" hasCustomPrompt="1"/>
          </p:nvPr>
        </p:nvSpPr>
        <p:spPr>
          <a:xfrm>
            <a:off x="1341120" y="2960877"/>
            <a:ext cx="2722880" cy="351284"/>
          </a:xfrm>
        </p:spPr>
        <p:txBody>
          <a:bodyPr anchor="t">
            <a:norm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5" name="Content Placeholder 3">
            <a:extLst>
              <a:ext uri="{FF2B5EF4-FFF2-40B4-BE49-F238E27FC236}">
                <a16:creationId xmlns="" xmlns:a16="http://schemas.microsoft.com/office/drawing/2014/main" id="{CDD81865-54C7-7674-4B2E-041D05C1D146}"/>
              </a:ext>
            </a:extLst>
          </p:cNvPr>
          <p:cNvSpPr>
            <a:spLocks noGrp="1"/>
          </p:cNvSpPr>
          <p:nvPr>
            <p:ph sz="half" idx="15" hasCustomPrompt="1"/>
          </p:nvPr>
        </p:nvSpPr>
        <p:spPr>
          <a:xfrm>
            <a:off x="1341120" y="3392035"/>
            <a:ext cx="2722880" cy="2907164"/>
          </a:xfrm>
        </p:spPr>
        <p:txBody>
          <a:bodyPr tIns="0">
            <a:normAutofit/>
          </a:bodyPr>
          <a:lstStyle>
            <a:lvl1pPr marL="283464" indent="-283464">
              <a:lnSpc>
                <a:spcPct val="100000"/>
              </a:lnSpc>
              <a:buFont typeface="+mj-lt"/>
              <a:buAutoNum type="arabicPeriod"/>
              <a:defRPr sz="1800" b="0" spc="50" baseline="0"/>
            </a:lvl1pPr>
            <a:lvl2pPr marL="566928" indent="-342900">
              <a:lnSpc>
                <a:spcPct val="100000"/>
              </a:lnSpc>
              <a:spcBef>
                <a:spcPts val="1000"/>
              </a:spcBef>
              <a:buFont typeface="+mj-lt"/>
              <a:buAutoNum type="alphaLcPeriod"/>
              <a:defRPr sz="1800" spc="50" baseline="0"/>
            </a:lvl2pPr>
            <a:lvl3pPr marL="850392" indent="-342900">
              <a:lnSpc>
                <a:spcPct val="100000"/>
              </a:lnSpc>
              <a:spcBef>
                <a:spcPts val="1000"/>
              </a:spcBef>
              <a:buFont typeface="+mj-lt"/>
              <a:buAutoNum type="arabicParenR"/>
              <a:defRPr sz="1800" spc="50" baseline="0"/>
            </a:lvl3pPr>
            <a:lvl4pPr marL="1042416" indent="-342900">
              <a:lnSpc>
                <a:spcPct val="100000"/>
              </a:lnSpc>
              <a:spcBef>
                <a:spcPts val="1000"/>
              </a:spcBef>
              <a:buFont typeface="+mj-lt"/>
              <a:buAutoNum type="alphaLcParenR"/>
              <a:defRPr sz="1800" spc="50" baseline="0"/>
            </a:lvl4pPr>
            <a:lvl5pPr marL="1074420" indent="-400050">
              <a:lnSpc>
                <a:spcPct val="100000"/>
              </a:lnSpc>
              <a:spcBef>
                <a:spcPts val="1000"/>
              </a:spcBef>
              <a:buFont typeface="+mj-lt"/>
              <a:buAutoNum type="romanLcPeriod"/>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p:txBody>
      </p:sp>
      <p:sp>
        <p:nvSpPr>
          <p:cNvPr id="17" name="Text Placeholder 2">
            <a:extLst>
              <a:ext uri="{FF2B5EF4-FFF2-40B4-BE49-F238E27FC236}">
                <a16:creationId xmlns="" xmlns:a16="http://schemas.microsoft.com/office/drawing/2014/main" id="{6F39BA57-7F1C-623F-BC7F-B689C5AC33EA}"/>
              </a:ext>
            </a:extLst>
          </p:cNvPr>
          <p:cNvSpPr>
            <a:spLocks noGrp="1"/>
          </p:cNvSpPr>
          <p:nvPr>
            <p:ph type="body" idx="10" hasCustomPrompt="1"/>
          </p:nvPr>
        </p:nvSpPr>
        <p:spPr>
          <a:xfrm>
            <a:off x="4754881" y="2960877"/>
            <a:ext cx="5516880" cy="351284"/>
          </a:xfrm>
        </p:spPr>
        <p:txBody>
          <a:bodyPr anchor="t">
            <a:norm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3" name="Content Placeholder 3">
            <a:extLst>
              <a:ext uri="{FF2B5EF4-FFF2-40B4-BE49-F238E27FC236}">
                <a16:creationId xmlns="" xmlns:a16="http://schemas.microsoft.com/office/drawing/2014/main" id="{94BF07A4-5A33-0B3C-A378-AB2435F1D5FF}"/>
              </a:ext>
            </a:extLst>
          </p:cNvPr>
          <p:cNvSpPr>
            <a:spLocks noGrp="1"/>
          </p:cNvSpPr>
          <p:nvPr>
            <p:ph sz="half" idx="14" hasCustomPrompt="1"/>
          </p:nvPr>
        </p:nvSpPr>
        <p:spPr>
          <a:xfrm>
            <a:off x="4754881" y="3324859"/>
            <a:ext cx="5506720" cy="3031489"/>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43000"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Footer Placeholder 4">
            <a:extLst>
              <a:ext uri="{FF2B5EF4-FFF2-40B4-BE49-F238E27FC236}">
                <a16:creationId xmlns="" xmlns:a16="http://schemas.microsoft.com/office/drawing/2014/main" id="{63DC63A6-41FE-6C2D-9A53-0AE4A6DBF39B}"/>
              </a:ext>
            </a:extLst>
          </p:cNvPr>
          <p:cNvSpPr>
            <a:spLocks noGrp="1"/>
          </p:cNvSpPr>
          <p:nvPr>
            <p:ph type="ftr" sz="quarter" idx="12"/>
          </p:nvPr>
        </p:nvSpPr>
        <p:spPr>
          <a:xfrm>
            <a:off x="1333500" y="6356349"/>
            <a:ext cx="3819228" cy="365125"/>
          </a:xfrm>
        </p:spPr>
        <p:txBody>
          <a:bodyPr/>
          <a:lstStyle>
            <a:lvl1pPr algn="l">
              <a:defRPr sz="900"/>
            </a:lvl1pPr>
          </a:lstStyle>
          <a:p>
            <a:r>
              <a:rPr lang="en-US" dirty="0"/>
              <a:t>PRESENTATION TITLE</a:t>
            </a:r>
          </a:p>
        </p:txBody>
      </p:sp>
      <p:sp>
        <p:nvSpPr>
          <p:cNvPr id="20" name="Slide Number Placeholder 5">
            <a:extLst>
              <a:ext uri="{FF2B5EF4-FFF2-40B4-BE49-F238E27FC236}">
                <a16:creationId xmlns="" xmlns:a16="http://schemas.microsoft.com/office/drawing/2014/main" id="{0B5130EC-B05B-5489-FBEC-DBEB6D1E737D}"/>
              </a:ext>
            </a:extLst>
          </p:cNvPr>
          <p:cNvSpPr>
            <a:spLocks noGrp="1"/>
          </p:cNvSpPr>
          <p:nvPr>
            <p:ph type="sldNum" sz="quarter" idx="13"/>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198825654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Summary">
    <p:spTree>
      <p:nvGrpSpPr>
        <p:cNvPr id="1" name=""/>
        <p:cNvGrpSpPr/>
        <p:nvPr/>
      </p:nvGrpSpPr>
      <p:grpSpPr>
        <a:xfrm>
          <a:off x="0" y="0"/>
          <a:ext cx="0" cy="0"/>
          <a:chOff x="0" y="0"/>
          <a:chExt cx="0" cy="0"/>
        </a:xfrm>
      </p:grpSpPr>
      <p:cxnSp>
        <p:nvCxnSpPr>
          <p:cNvPr id="11" name="Straight Connector 10">
            <a:extLst>
              <a:ext uri="{FF2B5EF4-FFF2-40B4-BE49-F238E27FC236}">
                <a16:creationId xmlns="" xmlns:a16="http://schemas.microsoft.com/office/drawing/2014/main" id="{3B2CC92D-F90A-CB67-4860-D6939AC29566}"/>
              </a:ext>
              <a:ext uri="{C183D7F6-B498-43B3-948B-1728B52AA6E4}">
                <adec:decorative xmlns="" xmlns:adec="http://schemas.microsoft.com/office/drawing/2017/decorative" val="1"/>
              </a:ext>
            </a:extLst>
          </p:cNvPr>
          <p:cNvCxnSpPr>
            <a:cxnSpLocks/>
          </p:cNvCxnSpPr>
          <p:nvPr userDrawn="1"/>
        </p:nvCxnSpPr>
        <p:spPr>
          <a:xfrm flipH="1" flipV="1">
            <a:off x="3094182" y="0"/>
            <a:ext cx="1745673" cy="38977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 xmlns:a16="http://schemas.microsoft.com/office/drawing/2014/main" id="{23A3821F-4537-4AE7-8829-C2E3AE60F6E1}"/>
              </a:ext>
            </a:extLst>
          </p:cNvPr>
          <p:cNvSpPr>
            <a:spLocks noGrp="1"/>
          </p:cNvSpPr>
          <p:nvPr>
            <p:ph type="title" hasCustomPrompt="1"/>
          </p:nvPr>
        </p:nvSpPr>
        <p:spPr>
          <a:xfrm>
            <a:off x="5476874" y="1671639"/>
            <a:ext cx="5884027" cy="1204912"/>
          </a:xfrm>
        </p:spPr>
        <p:txBody>
          <a:bodyPr anchor="b">
            <a:normAutofit/>
          </a:bodyPr>
          <a:lstStyle>
            <a:lvl1pPr>
              <a:defRPr lang="en-US" sz="2800" kern="1200" spc="150" baseline="0" dirty="0">
                <a:solidFill>
                  <a:schemeClr val="tx1"/>
                </a:solidFill>
                <a:latin typeface="+mj-lt"/>
                <a:ea typeface="+mj-ea"/>
                <a:cs typeface="+mj-cs"/>
              </a:defRPr>
            </a:lvl1pPr>
          </a:lstStyle>
          <a:p>
            <a:r>
              <a:rPr lang="en-US" dirty="0"/>
              <a:t>CLICK TO add title</a:t>
            </a:r>
          </a:p>
        </p:txBody>
      </p:sp>
      <p:sp>
        <p:nvSpPr>
          <p:cNvPr id="13" name="Picture Placeholder 12">
            <a:extLst>
              <a:ext uri="{FF2B5EF4-FFF2-40B4-BE49-F238E27FC236}">
                <a16:creationId xmlns="" xmlns:a16="http://schemas.microsoft.com/office/drawing/2014/main" id="{4C376638-5C5B-8E5B-0C26-8F63B98EA417}"/>
              </a:ext>
            </a:extLst>
          </p:cNvPr>
          <p:cNvSpPr>
            <a:spLocks noGrp="1"/>
          </p:cNvSpPr>
          <p:nvPr>
            <p:ph type="pic" sz="quarter" idx="13"/>
          </p:nvPr>
        </p:nvSpPr>
        <p:spPr>
          <a:xfrm>
            <a:off x="-28230" y="-9144"/>
            <a:ext cx="5481955" cy="6876288"/>
          </a:xfrm>
          <a:custGeom>
            <a:avLst/>
            <a:gdLst>
              <a:gd name="connsiteX0" fmla="*/ 0 w 5476875"/>
              <a:gd name="connsiteY0" fmla="*/ 0 h 6858000"/>
              <a:gd name="connsiteX1" fmla="*/ 5476875 w 5476875"/>
              <a:gd name="connsiteY1" fmla="*/ 0 h 6858000"/>
              <a:gd name="connsiteX2" fmla="*/ 5476875 w 5476875"/>
              <a:gd name="connsiteY2" fmla="*/ 6858000 h 6858000"/>
              <a:gd name="connsiteX3" fmla="*/ 0 w 5476875"/>
              <a:gd name="connsiteY3" fmla="*/ 6858000 h 6858000"/>
              <a:gd name="connsiteX4" fmla="*/ 0 w 5476875"/>
              <a:gd name="connsiteY4" fmla="*/ 0 h 6858000"/>
              <a:gd name="connsiteX0" fmla="*/ 0 w 5476875"/>
              <a:gd name="connsiteY0" fmla="*/ 0 h 6858000"/>
              <a:gd name="connsiteX1" fmla="*/ 2520315 w 5476875"/>
              <a:gd name="connsiteY1" fmla="*/ 0 h 6858000"/>
              <a:gd name="connsiteX2" fmla="*/ 5476875 w 5476875"/>
              <a:gd name="connsiteY2" fmla="*/ 6858000 h 6858000"/>
              <a:gd name="connsiteX3" fmla="*/ 0 w 5476875"/>
              <a:gd name="connsiteY3" fmla="*/ 6858000 h 6858000"/>
              <a:gd name="connsiteX4" fmla="*/ 0 w 5476875"/>
              <a:gd name="connsiteY4" fmla="*/ 0 h 6858000"/>
              <a:gd name="connsiteX0" fmla="*/ 5080 w 5481955"/>
              <a:gd name="connsiteY0" fmla="*/ 0 h 6858000"/>
              <a:gd name="connsiteX1" fmla="*/ 2525395 w 5481955"/>
              <a:gd name="connsiteY1" fmla="*/ 0 h 6858000"/>
              <a:gd name="connsiteX2" fmla="*/ 5481955 w 5481955"/>
              <a:gd name="connsiteY2" fmla="*/ 6858000 h 6858000"/>
              <a:gd name="connsiteX3" fmla="*/ 5080 w 5481955"/>
              <a:gd name="connsiteY3" fmla="*/ 6858000 h 6858000"/>
              <a:gd name="connsiteX4" fmla="*/ 0 w 5481955"/>
              <a:gd name="connsiteY4" fmla="*/ 4805680 h 6858000"/>
              <a:gd name="connsiteX5" fmla="*/ 5080 w 5481955"/>
              <a:gd name="connsiteY5" fmla="*/ 0 h 685800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805680 h 6863080"/>
              <a:gd name="connsiteX5" fmla="*/ 5080 w 5481955"/>
              <a:gd name="connsiteY5" fmla="*/ 0 h 686308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805680 h 6863080"/>
              <a:gd name="connsiteX5" fmla="*/ 5080 w 5481955"/>
              <a:gd name="connsiteY5" fmla="*/ 0 h 686308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805680 h 6863080"/>
              <a:gd name="connsiteX5" fmla="*/ 5080 w 5481955"/>
              <a:gd name="connsiteY5" fmla="*/ 0 h 686308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759960 h 6863080"/>
              <a:gd name="connsiteX5" fmla="*/ 5080 w 5481955"/>
              <a:gd name="connsiteY5" fmla="*/ 0 h 686308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759960 h 6863080"/>
              <a:gd name="connsiteX5" fmla="*/ 5080 w 5481955"/>
              <a:gd name="connsiteY5" fmla="*/ 0 h 6863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81955" h="6863080">
                <a:moveTo>
                  <a:pt x="5080" y="0"/>
                </a:moveTo>
                <a:lnTo>
                  <a:pt x="2525395" y="0"/>
                </a:lnTo>
                <a:lnTo>
                  <a:pt x="5481955" y="6858000"/>
                </a:lnTo>
                <a:lnTo>
                  <a:pt x="899160" y="6863080"/>
                </a:lnTo>
                <a:cubicBezTo>
                  <a:pt x="506307" y="5933440"/>
                  <a:pt x="413173" y="5720080"/>
                  <a:pt x="0" y="4759960"/>
                </a:cubicBezTo>
                <a:cubicBezTo>
                  <a:pt x="1693" y="3158067"/>
                  <a:pt x="3387" y="1601893"/>
                  <a:pt x="5080" y="0"/>
                </a:cubicBezTo>
                <a:close/>
              </a:path>
            </a:pathLst>
          </a:custGeom>
        </p:spPr>
        <p:txBody>
          <a:bodyPr lIns="274320" tIns="91440" bIns="91440">
            <a:normAutofit/>
          </a:bodyPr>
          <a:lstStyle>
            <a:lvl1pPr marL="0" indent="0" algn="l">
              <a:buNone/>
              <a:defRPr sz="2000">
                <a:solidFill>
                  <a:schemeClr val="tx1"/>
                </a:solidFill>
              </a:defRPr>
            </a:lvl1pPr>
          </a:lstStyle>
          <a:p>
            <a:r>
              <a:rPr lang="en-US"/>
              <a:t>Click icon to add picture</a:t>
            </a:r>
            <a:endParaRPr lang="en-US" dirty="0"/>
          </a:p>
        </p:txBody>
      </p:sp>
      <p:sp>
        <p:nvSpPr>
          <p:cNvPr id="4" name="Footer Placeholder 4">
            <a:extLst>
              <a:ext uri="{FF2B5EF4-FFF2-40B4-BE49-F238E27FC236}">
                <a16:creationId xmlns="" xmlns:a16="http://schemas.microsoft.com/office/drawing/2014/main" id="{04569D00-2037-2A8D-943B-22FAC1C0B690}"/>
              </a:ext>
            </a:extLst>
          </p:cNvPr>
          <p:cNvSpPr>
            <a:spLocks noGrp="1"/>
          </p:cNvSpPr>
          <p:nvPr>
            <p:ph type="ftr" sz="quarter" idx="11"/>
          </p:nvPr>
        </p:nvSpPr>
        <p:spPr>
          <a:xfrm>
            <a:off x="825500" y="6356349"/>
            <a:ext cx="3819228" cy="365125"/>
          </a:xfrm>
        </p:spPr>
        <p:txBody>
          <a:bodyPr/>
          <a:lstStyle>
            <a:lvl1pPr algn="l">
              <a:defRPr sz="900"/>
            </a:lvl1pPr>
          </a:lstStyle>
          <a:p>
            <a:r>
              <a:rPr lang="en-US" dirty="0"/>
              <a:t>PRESENTATION TITLE</a:t>
            </a:r>
          </a:p>
        </p:txBody>
      </p:sp>
      <p:sp>
        <p:nvSpPr>
          <p:cNvPr id="5" name="Slide Number Placeholder 5">
            <a:extLst>
              <a:ext uri="{FF2B5EF4-FFF2-40B4-BE49-F238E27FC236}">
                <a16:creationId xmlns="" xmlns:a16="http://schemas.microsoft.com/office/drawing/2014/main" id="{75967A9D-0B53-4F3F-0872-495C23A33235}"/>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
        <p:nvSpPr>
          <p:cNvPr id="8" name="Content Placeholder 3">
            <a:extLst>
              <a:ext uri="{FF2B5EF4-FFF2-40B4-BE49-F238E27FC236}">
                <a16:creationId xmlns="" xmlns:a16="http://schemas.microsoft.com/office/drawing/2014/main" id="{643B0E9A-A777-8745-6A36-0A79CB5E036B}"/>
              </a:ext>
            </a:extLst>
          </p:cNvPr>
          <p:cNvSpPr>
            <a:spLocks noGrp="1"/>
          </p:cNvSpPr>
          <p:nvPr>
            <p:ph sz="half" idx="14" hasCustomPrompt="1"/>
          </p:nvPr>
        </p:nvSpPr>
        <p:spPr>
          <a:xfrm>
            <a:off x="5453725" y="3660774"/>
            <a:ext cx="5907176" cy="2536826"/>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52144"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327417337"/>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Table 1">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E5C4E19-B78B-4E39-B661-7E6A2E6C5002}"/>
              </a:ext>
            </a:extLst>
          </p:cNvPr>
          <p:cNvSpPr>
            <a:spLocks noGrp="1"/>
          </p:cNvSpPr>
          <p:nvPr>
            <p:ph type="title" hasCustomPrompt="1"/>
          </p:nvPr>
        </p:nvSpPr>
        <p:spPr>
          <a:xfrm>
            <a:off x="838201" y="895350"/>
            <a:ext cx="3247662" cy="1917700"/>
          </a:xfrm>
        </p:spPr>
        <p:txBody>
          <a:bodyPr>
            <a:normAutofit/>
          </a:bodyPr>
          <a:lstStyle>
            <a:lvl1pPr algn="l">
              <a:defRPr lang="en-US" sz="2400" kern="1200" spc="150" baseline="0" dirty="0">
                <a:solidFill>
                  <a:schemeClr val="tx1"/>
                </a:solidFill>
                <a:latin typeface="+mj-lt"/>
                <a:ea typeface="+mj-ea"/>
                <a:cs typeface="+mj-cs"/>
              </a:defRPr>
            </a:lvl1pPr>
          </a:lstStyle>
          <a:p>
            <a:r>
              <a:rPr lang="en-US" dirty="0"/>
              <a:t>CLICK TO add title</a:t>
            </a:r>
          </a:p>
        </p:txBody>
      </p:sp>
      <p:sp>
        <p:nvSpPr>
          <p:cNvPr id="3" name="Content Placeholder 3">
            <a:extLst>
              <a:ext uri="{FF2B5EF4-FFF2-40B4-BE49-F238E27FC236}">
                <a16:creationId xmlns="" xmlns:a16="http://schemas.microsoft.com/office/drawing/2014/main" id="{A14C3057-3BCC-F9A2-98D8-17DDB36F1823}"/>
              </a:ext>
            </a:extLst>
          </p:cNvPr>
          <p:cNvSpPr>
            <a:spLocks noGrp="1"/>
          </p:cNvSpPr>
          <p:nvPr>
            <p:ph sz="half" idx="16" hasCustomPrompt="1"/>
          </p:nvPr>
        </p:nvSpPr>
        <p:spPr>
          <a:xfrm>
            <a:off x="838200" y="2813049"/>
            <a:ext cx="3247662" cy="3238499"/>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52144"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able Placeholder 7">
            <a:extLst>
              <a:ext uri="{FF2B5EF4-FFF2-40B4-BE49-F238E27FC236}">
                <a16:creationId xmlns="" xmlns:a16="http://schemas.microsoft.com/office/drawing/2014/main" id="{C3975522-461E-4D79-B5B9-BF9471B54688}"/>
              </a:ext>
            </a:extLst>
          </p:cNvPr>
          <p:cNvSpPr>
            <a:spLocks noGrp="1"/>
          </p:cNvSpPr>
          <p:nvPr>
            <p:ph type="tbl" sz="quarter" idx="14"/>
          </p:nvPr>
        </p:nvSpPr>
        <p:spPr>
          <a:xfrm>
            <a:off x="4216396" y="895927"/>
            <a:ext cx="7137404" cy="5115889"/>
          </a:xfrm>
        </p:spPr>
        <p:txBody>
          <a:bodyPr>
            <a:normAutofit/>
          </a:bodyPr>
          <a:lstStyle>
            <a:lvl1pPr marL="0" indent="0" algn="ctr">
              <a:buNone/>
              <a:defRPr sz="2000"/>
            </a:lvl1pPr>
          </a:lstStyle>
          <a:p>
            <a:r>
              <a:rPr lang="en-US"/>
              <a:t>Click icon to add table</a:t>
            </a:r>
            <a:endParaRPr lang="en-US" dirty="0"/>
          </a:p>
        </p:txBody>
      </p:sp>
      <p:sp>
        <p:nvSpPr>
          <p:cNvPr id="10" name="Footer Placeholder 4">
            <a:extLst>
              <a:ext uri="{FF2B5EF4-FFF2-40B4-BE49-F238E27FC236}">
                <a16:creationId xmlns="" xmlns:a16="http://schemas.microsoft.com/office/drawing/2014/main" id="{5F91997C-538B-C8B9-14D7-31A1932F69C3}"/>
              </a:ext>
            </a:extLst>
          </p:cNvPr>
          <p:cNvSpPr>
            <a:spLocks noGrp="1"/>
          </p:cNvSpPr>
          <p:nvPr>
            <p:ph type="ftr" sz="quarter" idx="11"/>
          </p:nvPr>
        </p:nvSpPr>
        <p:spPr>
          <a:xfrm>
            <a:off x="731615" y="6356349"/>
            <a:ext cx="3819228" cy="365125"/>
          </a:xfrm>
        </p:spPr>
        <p:txBody>
          <a:bodyPr/>
          <a:lstStyle>
            <a:lvl1pPr algn="l">
              <a:defRPr sz="900"/>
            </a:lvl1pPr>
          </a:lstStyle>
          <a:p>
            <a:r>
              <a:rPr lang="en-US" dirty="0"/>
              <a:t>PRESENTATION TITLE</a:t>
            </a:r>
          </a:p>
        </p:txBody>
      </p:sp>
      <p:sp>
        <p:nvSpPr>
          <p:cNvPr id="11" name="Slide Number Placeholder 5">
            <a:extLst>
              <a:ext uri="{FF2B5EF4-FFF2-40B4-BE49-F238E27FC236}">
                <a16:creationId xmlns="" xmlns:a16="http://schemas.microsoft.com/office/drawing/2014/main" id="{1F777EF4-982E-9337-7E82-31DC723C1273}"/>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grpSp>
        <p:nvGrpSpPr>
          <p:cNvPr id="14" name="Group 13">
            <a:extLst>
              <a:ext uri="{FF2B5EF4-FFF2-40B4-BE49-F238E27FC236}">
                <a16:creationId xmlns="" xmlns:a16="http://schemas.microsoft.com/office/drawing/2014/main" id="{E34303BA-AFB6-0E22-486F-785994E3B7B1}"/>
              </a:ext>
              <a:ext uri="{C183D7F6-B498-43B3-948B-1728B52AA6E4}">
                <adec:decorative xmlns="" xmlns:adec="http://schemas.microsoft.com/office/drawing/2017/decorative" val="1"/>
              </a:ext>
            </a:extLst>
          </p:cNvPr>
          <p:cNvGrpSpPr/>
          <p:nvPr userDrawn="1"/>
        </p:nvGrpSpPr>
        <p:grpSpPr>
          <a:xfrm>
            <a:off x="0" y="0"/>
            <a:ext cx="2327564" cy="1505528"/>
            <a:chOff x="0" y="0"/>
            <a:chExt cx="2238376" cy="3105150"/>
          </a:xfrm>
        </p:grpSpPr>
        <p:cxnSp>
          <p:nvCxnSpPr>
            <p:cNvPr id="15" name="Straight Connector 14">
              <a:extLst>
                <a:ext uri="{FF2B5EF4-FFF2-40B4-BE49-F238E27FC236}">
                  <a16:creationId xmlns="" xmlns:a16="http://schemas.microsoft.com/office/drawing/2014/main" id="{F66E3A08-02EB-7B54-5089-E7A7F19FD725}"/>
                </a:ext>
              </a:extLst>
            </p:cNvPr>
            <p:cNvCxnSpPr>
              <a:cxnSpLocks/>
            </p:cNvCxnSpPr>
            <p:nvPr userDrawn="1"/>
          </p:nvCxnSpPr>
          <p:spPr>
            <a:xfrm flipH="1">
              <a:off x="0" y="0"/>
              <a:ext cx="1238250" cy="310515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 xmlns:a16="http://schemas.microsoft.com/office/drawing/2014/main" id="{814F9BE5-00B2-ADDF-771C-AB098B36C820}"/>
                </a:ext>
              </a:extLst>
            </p:cNvPr>
            <p:cNvCxnSpPr>
              <a:cxnSpLocks/>
            </p:cNvCxnSpPr>
            <p:nvPr userDrawn="1"/>
          </p:nvCxnSpPr>
          <p:spPr>
            <a:xfrm flipH="1">
              <a:off x="0" y="0"/>
              <a:ext cx="2238376" cy="24765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606777217"/>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_Two Conten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1CF3B5C-31C4-46BA-9FAD-72DF917A84DA}"/>
              </a:ext>
            </a:extLst>
          </p:cNvPr>
          <p:cNvSpPr>
            <a:spLocks noGrp="1"/>
          </p:cNvSpPr>
          <p:nvPr>
            <p:ph type="title" hasCustomPrompt="1"/>
          </p:nvPr>
        </p:nvSpPr>
        <p:spPr>
          <a:xfrm>
            <a:off x="838200" y="337192"/>
            <a:ext cx="5655197" cy="1997867"/>
          </a:xfrm>
        </p:spPr>
        <p:txBody>
          <a:bodyPr anchor="b">
            <a:normAutofit/>
          </a:bodyPr>
          <a:lstStyle>
            <a:lvl1pPr>
              <a:defRPr lang="en-US" sz="2800" kern="1200" spc="150" baseline="0" dirty="0">
                <a:solidFill>
                  <a:schemeClr val="tx1"/>
                </a:solidFill>
                <a:latin typeface="+mj-lt"/>
                <a:ea typeface="+mj-ea"/>
                <a:cs typeface="+mj-cs"/>
              </a:defRPr>
            </a:lvl1pPr>
          </a:lstStyle>
          <a:p>
            <a:r>
              <a:rPr lang="en-US" dirty="0"/>
              <a:t>CLICK TO add title</a:t>
            </a:r>
          </a:p>
        </p:txBody>
      </p:sp>
      <p:sp>
        <p:nvSpPr>
          <p:cNvPr id="3" name="Text Placeholder 2">
            <a:extLst>
              <a:ext uri="{FF2B5EF4-FFF2-40B4-BE49-F238E27FC236}">
                <a16:creationId xmlns="" xmlns:a16="http://schemas.microsoft.com/office/drawing/2014/main" id="{B659CD1F-9DFB-4048-9B9B-2BD7D4EC6400}"/>
              </a:ext>
            </a:extLst>
          </p:cNvPr>
          <p:cNvSpPr>
            <a:spLocks noGrp="1"/>
          </p:cNvSpPr>
          <p:nvPr>
            <p:ph type="body" idx="1" hasCustomPrompt="1"/>
          </p:nvPr>
        </p:nvSpPr>
        <p:spPr>
          <a:xfrm>
            <a:off x="838200" y="2705177"/>
            <a:ext cx="5733772" cy="448990"/>
          </a:xfrm>
        </p:spPr>
        <p:txBody>
          <a:bodyPr anchor="ctr">
            <a:no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4" name="Content Placeholder 3">
            <a:extLst>
              <a:ext uri="{FF2B5EF4-FFF2-40B4-BE49-F238E27FC236}">
                <a16:creationId xmlns="" xmlns:a16="http://schemas.microsoft.com/office/drawing/2014/main" id="{AC9B20CF-6B91-4562-B799-0ABDAEBC0D2A}"/>
              </a:ext>
            </a:extLst>
          </p:cNvPr>
          <p:cNvSpPr>
            <a:spLocks noGrp="1"/>
          </p:cNvSpPr>
          <p:nvPr>
            <p:ph sz="half" idx="2" hasCustomPrompt="1"/>
          </p:nvPr>
        </p:nvSpPr>
        <p:spPr>
          <a:xfrm>
            <a:off x="838199" y="3154166"/>
            <a:ext cx="5733773" cy="3032733"/>
          </a:xfrm>
        </p:spPr>
        <p:txBody>
          <a:bodyPr>
            <a:normAutofit/>
          </a:bodyPr>
          <a:lstStyle>
            <a:lvl1pPr marL="285750" indent="-285750">
              <a:lnSpc>
                <a:spcPct val="100000"/>
              </a:lnSpc>
              <a:buFont typeface="Arial" panose="020B0604020202020204" pitchFamily="34" charset="0"/>
              <a:buChar char="•"/>
              <a:defRPr sz="1800" spc="50" baseline="0"/>
            </a:lvl1pPr>
            <a:lvl2pPr marL="742950" indent="-285750">
              <a:lnSpc>
                <a:spcPct val="100000"/>
              </a:lnSpc>
              <a:buFont typeface="Arial" panose="020B0604020202020204" pitchFamily="34" charset="0"/>
              <a:buChar char="•"/>
              <a:defRPr sz="1800" spc="50" baseline="0"/>
            </a:lvl2pPr>
            <a:lvl3pPr marL="1200150" indent="-285750">
              <a:lnSpc>
                <a:spcPct val="100000"/>
              </a:lnSpc>
              <a:buFont typeface="Arial" panose="020B0604020202020204" pitchFamily="34" charset="0"/>
              <a:buChar char="•"/>
              <a:defRPr sz="1800" spc="50" baseline="0"/>
            </a:lvl3pPr>
            <a:lvl4pPr marL="1657350" indent="-285750">
              <a:lnSpc>
                <a:spcPct val="100000"/>
              </a:lnSpc>
              <a:buFont typeface="Arial" panose="020B0604020202020204" pitchFamily="34" charset="0"/>
              <a:buChar char="•"/>
              <a:defRPr sz="1800" spc="50" baseline="0"/>
            </a:lvl4pPr>
            <a:lvl5pPr marL="2114550" indent="-285750">
              <a:lnSpc>
                <a:spcPct val="100000"/>
              </a:lnSpc>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 xmlns:a16="http://schemas.microsoft.com/office/drawing/2014/main" id="{B374FC39-67F6-42EA-BCD1-F69AE2F0F22D}"/>
              </a:ext>
            </a:extLst>
          </p:cNvPr>
          <p:cNvSpPr>
            <a:spLocks noGrp="1"/>
          </p:cNvSpPr>
          <p:nvPr>
            <p:ph type="body" sz="quarter" idx="3" hasCustomPrompt="1"/>
          </p:nvPr>
        </p:nvSpPr>
        <p:spPr>
          <a:xfrm>
            <a:off x="7887108" y="2705177"/>
            <a:ext cx="3943627" cy="448989"/>
          </a:xfrm>
        </p:spPr>
        <p:txBody>
          <a:bodyPr anchor="ctr">
            <a:no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7" name="Content Placeholder 3">
            <a:extLst>
              <a:ext uri="{FF2B5EF4-FFF2-40B4-BE49-F238E27FC236}">
                <a16:creationId xmlns="" xmlns:a16="http://schemas.microsoft.com/office/drawing/2014/main" id="{0120DFF5-B64A-9744-4500-1D7BBA19BF1C}"/>
              </a:ext>
            </a:extLst>
          </p:cNvPr>
          <p:cNvSpPr>
            <a:spLocks noGrp="1"/>
          </p:cNvSpPr>
          <p:nvPr>
            <p:ph sz="half" idx="14" hasCustomPrompt="1"/>
          </p:nvPr>
        </p:nvSpPr>
        <p:spPr>
          <a:xfrm>
            <a:off x="7887107" y="3164867"/>
            <a:ext cx="3943627" cy="3032733"/>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52144"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7">
            <a:extLst>
              <a:ext uri="{FF2B5EF4-FFF2-40B4-BE49-F238E27FC236}">
                <a16:creationId xmlns="" xmlns:a16="http://schemas.microsoft.com/office/drawing/2014/main" id="{CBE560E3-F935-488F-8F0E-191D7B6B54B8}"/>
              </a:ext>
            </a:extLst>
          </p:cNvPr>
          <p:cNvSpPr>
            <a:spLocks noGrp="1"/>
          </p:cNvSpPr>
          <p:nvPr>
            <p:ph type="ftr" sz="quarter" idx="11"/>
          </p:nvPr>
        </p:nvSpPr>
        <p:spPr>
          <a:xfrm>
            <a:off x="843986" y="6356350"/>
            <a:ext cx="4114800" cy="365125"/>
          </a:xfrm>
        </p:spPr>
        <p:txBody>
          <a:bodyPr/>
          <a:lstStyle>
            <a:lvl1pPr algn="l">
              <a:defRPr sz="900"/>
            </a:lvl1pPr>
          </a:lstStyle>
          <a:p>
            <a:r>
              <a:rPr lang="en-US" dirty="0"/>
              <a:t>PRESENTATION TITLE</a:t>
            </a:r>
          </a:p>
        </p:txBody>
      </p:sp>
      <p:sp>
        <p:nvSpPr>
          <p:cNvPr id="9" name="Slide Number Placeholder 8">
            <a:extLst>
              <a:ext uri="{FF2B5EF4-FFF2-40B4-BE49-F238E27FC236}">
                <a16:creationId xmlns="" xmlns:a16="http://schemas.microsoft.com/office/drawing/2014/main" id="{9B9CD8B2-CC23-467F-B0EE-2CC06D6308BD}"/>
              </a:ext>
            </a:extLst>
          </p:cNvPr>
          <p:cNvSpPr>
            <a:spLocks noGrp="1"/>
          </p:cNvSpPr>
          <p:nvPr>
            <p:ph type="sldNum" sz="quarter" idx="12"/>
          </p:nvPr>
        </p:nvSpPr>
        <p:spPr/>
        <p:txBody>
          <a:bodyPr/>
          <a:lstStyle>
            <a:lvl1pPr>
              <a:defRPr sz="900"/>
            </a:lvl1pPr>
          </a:lstStyle>
          <a:p>
            <a:fld id="{A49DFD55-3C28-40EF-9E31-A92D2E4017FF}" type="slidenum">
              <a:rPr lang="en-US" smtClean="0"/>
              <a:pPr/>
              <a:t>‹#›</a:t>
            </a:fld>
            <a:endParaRPr lang="en-US" dirty="0"/>
          </a:p>
        </p:txBody>
      </p:sp>
      <p:pic>
        <p:nvPicPr>
          <p:cNvPr id="13" name="Graphic 12">
            <a:extLst>
              <a:ext uri="{FF2B5EF4-FFF2-40B4-BE49-F238E27FC236}">
                <a16:creationId xmlns="" xmlns:a16="http://schemas.microsoft.com/office/drawing/2014/main" id="{E0588715-35AD-8BE1-A5FC-E28BDD3854A6}"/>
              </a:ext>
              <a:ext uri="{C183D7F6-B498-43B3-948B-1728B52AA6E4}">
                <adec:decorative xmlns="" xmlns:adec="http://schemas.microsoft.com/office/drawing/2017/decorative" val="1"/>
              </a:ext>
            </a:extLst>
          </p:cNvPr>
          <p:cNvPicPr>
            <a:picLocks noChangeAspect="1"/>
          </p:cNvPicPr>
          <p:nvPr userDrawn="1"/>
        </p:nvPicPr>
        <p:blipFill rotWithShape="1">
          <a:blip r:embed="rId2">
            <a:extLst>
              <a:ext uri="{96DAC541-7B7A-43D3-8B79-37D633B846F1}">
                <asvg:svgBlip xmlns="" xmlns:asvg="http://schemas.microsoft.com/office/drawing/2016/SVG/main" r:embed="rId3"/>
              </a:ext>
            </a:extLst>
          </a:blip>
          <a:srcRect l="18645" t="319" r="28732" b="73496"/>
          <a:stretch/>
        </p:blipFill>
        <p:spPr>
          <a:xfrm rot="10800000" flipH="1">
            <a:off x="6308436" y="-11"/>
            <a:ext cx="5883564" cy="2366424"/>
          </a:xfrm>
          <a:prstGeom prst="rect">
            <a:avLst/>
          </a:prstGeom>
        </p:spPr>
      </p:pic>
    </p:spTree>
    <p:extLst>
      <p:ext uri="{BB962C8B-B14F-4D97-AF65-F5344CB8AC3E}">
        <p14:creationId xmlns:p14="http://schemas.microsoft.com/office/powerpoint/2010/main" val="149212786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2_Two Conten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1CF3B5C-31C4-46BA-9FAD-72DF917A84DA}"/>
              </a:ext>
            </a:extLst>
          </p:cNvPr>
          <p:cNvSpPr>
            <a:spLocks noGrp="1"/>
          </p:cNvSpPr>
          <p:nvPr>
            <p:ph type="title" hasCustomPrompt="1"/>
          </p:nvPr>
        </p:nvSpPr>
        <p:spPr>
          <a:xfrm>
            <a:off x="838200" y="337192"/>
            <a:ext cx="5655197" cy="1997867"/>
          </a:xfrm>
        </p:spPr>
        <p:txBody>
          <a:bodyPr anchor="b">
            <a:normAutofit/>
          </a:bodyPr>
          <a:lstStyle>
            <a:lvl1pPr>
              <a:defRPr lang="en-US" sz="2800" kern="1200" spc="150" baseline="0" dirty="0">
                <a:solidFill>
                  <a:schemeClr val="tx1"/>
                </a:solidFill>
                <a:latin typeface="+mj-lt"/>
                <a:ea typeface="+mj-ea"/>
                <a:cs typeface="+mj-cs"/>
              </a:defRPr>
            </a:lvl1pPr>
          </a:lstStyle>
          <a:p>
            <a:r>
              <a:rPr lang="en-US" dirty="0"/>
              <a:t>CLICK TO add title</a:t>
            </a:r>
          </a:p>
        </p:txBody>
      </p:sp>
      <p:sp>
        <p:nvSpPr>
          <p:cNvPr id="3" name="Text Placeholder 2">
            <a:extLst>
              <a:ext uri="{FF2B5EF4-FFF2-40B4-BE49-F238E27FC236}">
                <a16:creationId xmlns="" xmlns:a16="http://schemas.microsoft.com/office/drawing/2014/main" id="{B659CD1F-9DFB-4048-9B9B-2BD7D4EC6400}"/>
              </a:ext>
            </a:extLst>
          </p:cNvPr>
          <p:cNvSpPr>
            <a:spLocks noGrp="1"/>
          </p:cNvSpPr>
          <p:nvPr>
            <p:ph type="body" idx="1" hasCustomPrompt="1"/>
          </p:nvPr>
        </p:nvSpPr>
        <p:spPr>
          <a:xfrm>
            <a:off x="838200" y="2705177"/>
            <a:ext cx="5733772" cy="448990"/>
          </a:xfrm>
        </p:spPr>
        <p:txBody>
          <a:bodyPr anchor="ctr">
            <a:no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4" name="Content Placeholder 3">
            <a:extLst>
              <a:ext uri="{FF2B5EF4-FFF2-40B4-BE49-F238E27FC236}">
                <a16:creationId xmlns="" xmlns:a16="http://schemas.microsoft.com/office/drawing/2014/main" id="{AC9B20CF-6B91-4562-B799-0ABDAEBC0D2A}"/>
              </a:ext>
            </a:extLst>
          </p:cNvPr>
          <p:cNvSpPr>
            <a:spLocks noGrp="1"/>
          </p:cNvSpPr>
          <p:nvPr>
            <p:ph sz="half" idx="2" hasCustomPrompt="1"/>
          </p:nvPr>
        </p:nvSpPr>
        <p:spPr>
          <a:xfrm>
            <a:off x="838199" y="3154166"/>
            <a:ext cx="5733773" cy="3032733"/>
          </a:xfrm>
        </p:spPr>
        <p:txBody>
          <a:bodyPr>
            <a:normAutofit/>
          </a:bodyPr>
          <a:lstStyle>
            <a:lvl1pPr marL="285750" indent="-285750">
              <a:lnSpc>
                <a:spcPct val="100000"/>
              </a:lnSpc>
              <a:buFont typeface="Arial" panose="020B0604020202020204" pitchFamily="34" charset="0"/>
              <a:buChar char="•"/>
              <a:defRPr sz="1800" spc="50" baseline="0"/>
            </a:lvl1pPr>
            <a:lvl2pPr marL="742950" indent="-285750">
              <a:lnSpc>
                <a:spcPct val="100000"/>
              </a:lnSpc>
              <a:buFont typeface="Arial" panose="020B0604020202020204" pitchFamily="34" charset="0"/>
              <a:buChar char="•"/>
              <a:defRPr sz="1800" spc="50" baseline="0"/>
            </a:lvl2pPr>
            <a:lvl3pPr marL="1200150" indent="-285750">
              <a:lnSpc>
                <a:spcPct val="100000"/>
              </a:lnSpc>
              <a:buFont typeface="Arial" panose="020B0604020202020204" pitchFamily="34" charset="0"/>
              <a:buChar char="•"/>
              <a:defRPr sz="1800" spc="50" baseline="0"/>
            </a:lvl3pPr>
            <a:lvl4pPr marL="1657350" indent="-285750">
              <a:lnSpc>
                <a:spcPct val="100000"/>
              </a:lnSpc>
              <a:buFont typeface="Arial" panose="020B0604020202020204" pitchFamily="34" charset="0"/>
              <a:buChar char="•"/>
              <a:defRPr sz="1800" spc="50" baseline="0"/>
            </a:lvl4pPr>
            <a:lvl5pPr marL="2114550" indent="-285750">
              <a:lnSpc>
                <a:spcPct val="100000"/>
              </a:lnSpc>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 xmlns:a16="http://schemas.microsoft.com/office/drawing/2014/main" id="{B374FC39-67F6-42EA-BCD1-F69AE2F0F22D}"/>
              </a:ext>
            </a:extLst>
          </p:cNvPr>
          <p:cNvSpPr>
            <a:spLocks noGrp="1"/>
          </p:cNvSpPr>
          <p:nvPr>
            <p:ph type="body" sz="quarter" idx="3" hasCustomPrompt="1"/>
          </p:nvPr>
        </p:nvSpPr>
        <p:spPr>
          <a:xfrm>
            <a:off x="7887108" y="2705177"/>
            <a:ext cx="3943627" cy="448989"/>
          </a:xfrm>
        </p:spPr>
        <p:txBody>
          <a:bodyPr anchor="ctr">
            <a:no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7" name="Content Placeholder 3">
            <a:extLst>
              <a:ext uri="{FF2B5EF4-FFF2-40B4-BE49-F238E27FC236}">
                <a16:creationId xmlns="" xmlns:a16="http://schemas.microsoft.com/office/drawing/2014/main" id="{0120DFF5-B64A-9744-4500-1D7BBA19BF1C}"/>
              </a:ext>
            </a:extLst>
          </p:cNvPr>
          <p:cNvSpPr>
            <a:spLocks noGrp="1"/>
          </p:cNvSpPr>
          <p:nvPr>
            <p:ph sz="half" idx="14" hasCustomPrompt="1"/>
          </p:nvPr>
        </p:nvSpPr>
        <p:spPr>
          <a:xfrm>
            <a:off x="7887107" y="3164867"/>
            <a:ext cx="3943627" cy="3032733"/>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52144"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7">
            <a:extLst>
              <a:ext uri="{FF2B5EF4-FFF2-40B4-BE49-F238E27FC236}">
                <a16:creationId xmlns="" xmlns:a16="http://schemas.microsoft.com/office/drawing/2014/main" id="{CBE560E3-F935-488F-8F0E-191D7B6B54B8}"/>
              </a:ext>
            </a:extLst>
          </p:cNvPr>
          <p:cNvSpPr>
            <a:spLocks noGrp="1"/>
          </p:cNvSpPr>
          <p:nvPr>
            <p:ph type="ftr" sz="quarter" idx="11"/>
          </p:nvPr>
        </p:nvSpPr>
        <p:spPr>
          <a:xfrm>
            <a:off x="843986" y="6356350"/>
            <a:ext cx="4114800" cy="365125"/>
          </a:xfrm>
        </p:spPr>
        <p:txBody>
          <a:bodyPr/>
          <a:lstStyle>
            <a:lvl1pPr algn="l">
              <a:defRPr sz="900"/>
            </a:lvl1pPr>
          </a:lstStyle>
          <a:p>
            <a:r>
              <a:rPr lang="en-US" dirty="0"/>
              <a:t>PRESENTATION TITLE</a:t>
            </a:r>
          </a:p>
        </p:txBody>
      </p:sp>
      <p:sp>
        <p:nvSpPr>
          <p:cNvPr id="9" name="Slide Number Placeholder 8">
            <a:extLst>
              <a:ext uri="{FF2B5EF4-FFF2-40B4-BE49-F238E27FC236}">
                <a16:creationId xmlns="" xmlns:a16="http://schemas.microsoft.com/office/drawing/2014/main" id="{9B9CD8B2-CC23-467F-B0EE-2CC06D6308BD}"/>
              </a:ext>
            </a:extLst>
          </p:cNvPr>
          <p:cNvSpPr>
            <a:spLocks noGrp="1"/>
          </p:cNvSpPr>
          <p:nvPr>
            <p:ph type="sldNum" sz="quarter" idx="12"/>
          </p:nvPr>
        </p:nvSpPr>
        <p:spPr/>
        <p:txBody>
          <a:bodyPr/>
          <a:lstStyle>
            <a:lvl1pPr>
              <a:defRPr sz="900"/>
            </a:lvl1pPr>
          </a:lstStyle>
          <a:p>
            <a:fld id="{A49DFD55-3C28-40EF-9E31-A92D2E4017FF}" type="slidenum">
              <a:rPr lang="en-US" smtClean="0"/>
              <a:pPr/>
              <a:t>‹#›</a:t>
            </a:fld>
            <a:endParaRPr lang="en-US" dirty="0"/>
          </a:p>
        </p:txBody>
      </p:sp>
      <p:pic>
        <p:nvPicPr>
          <p:cNvPr id="13" name="Graphic 12">
            <a:extLst>
              <a:ext uri="{FF2B5EF4-FFF2-40B4-BE49-F238E27FC236}">
                <a16:creationId xmlns="" xmlns:a16="http://schemas.microsoft.com/office/drawing/2014/main" id="{E0588715-35AD-8BE1-A5FC-E28BDD3854A6}"/>
              </a:ext>
              <a:ext uri="{C183D7F6-B498-43B3-948B-1728B52AA6E4}">
                <adec:decorative xmlns="" xmlns:adec="http://schemas.microsoft.com/office/drawing/2017/decorative" val="1"/>
              </a:ext>
            </a:extLst>
          </p:cNvPr>
          <p:cNvPicPr>
            <a:picLocks noChangeAspect="1"/>
          </p:cNvPicPr>
          <p:nvPr userDrawn="1"/>
        </p:nvPicPr>
        <p:blipFill rotWithShape="1">
          <a:blip r:embed="rId2">
            <a:extLst>
              <a:ext uri="{96DAC541-7B7A-43D3-8B79-37D633B846F1}">
                <asvg:svgBlip xmlns="" xmlns:asvg="http://schemas.microsoft.com/office/drawing/2016/SVG/main" r:embed="rId3"/>
              </a:ext>
            </a:extLst>
          </a:blip>
          <a:srcRect l="18645" t="319" r="28732" b="73496"/>
          <a:stretch/>
        </p:blipFill>
        <p:spPr>
          <a:xfrm rot="10800000" flipH="1">
            <a:off x="6308436" y="-11"/>
            <a:ext cx="5883564" cy="2366424"/>
          </a:xfrm>
          <a:prstGeom prst="rect">
            <a:avLst/>
          </a:prstGeom>
        </p:spPr>
      </p:pic>
    </p:spTree>
    <p:extLst>
      <p:ext uri="{BB962C8B-B14F-4D97-AF65-F5344CB8AC3E}">
        <p14:creationId xmlns:p14="http://schemas.microsoft.com/office/powerpoint/2010/main" val="69391493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3_Two Conten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1CF3B5C-31C4-46BA-9FAD-72DF917A84DA}"/>
              </a:ext>
            </a:extLst>
          </p:cNvPr>
          <p:cNvSpPr>
            <a:spLocks noGrp="1"/>
          </p:cNvSpPr>
          <p:nvPr>
            <p:ph type="title" hasCustomPrompt="1"/>
          </p:nvPr>
        </p:nvSpPr>
        <p:spPr>
          <a:xfrm>
            <a:off x="838200" y="337192"/>
            <a:ext cx="5655197" cy="1997867"/>
          </a:xfrm>
        </p:spPr>
        <p:txBody>
          <a:bodyPr anchor="b">
            <a:normAutofit/>
          </a:bodyPr>
          <a:lstStyle>
            <a:lvl1pPr>
              <a:defRPr lang="en-US" sz="2800" kern="1200" spc="150" baseline="0" dirty="0">
                <a:solidFill>
                  <a:schemeClr val="tx1"/>
                </a:solidFill>
                <a:latin typeface="+mj-lt"/>
                <a:ea typeface="+mj-ea"/>
                <a:cs typeface="+mj-cs"/>
              </a:defRPr>
            </a:lvl1pPr>
          </a:lstStyle>
          <a:p>
            <a:r>
              <a:rPr lang="en-US" dirty="0"/>
              <a:t>CLICK TO add title</a:t>
            </a:r>
          </a:p>
        </p:txBody>
      </p:sp>
      <p:sp>
        <p:nvSpPr>
          <p:cNvPr id="3" name="Text Placeholder 2">
            <a:extLst>
              <a:ext uri="{FF2B5EF4-FFF2-40B4-BE49-F238E27FC236}">
                <a16:creationId xmlns="" xmlns:a16="http://schemas.microsoft.com/office/drawing/2014/main" id="{B659CD1F-9DFB-4048-9B9B-2BD7D4EC6400}"/>
              </a:ext>
            </a:extLst>
          </p:cNvPr>
          <p:cNvSpPr>
            <a:spLocks noGrp="1"/>
          </p:cNvSpPr>
          <p:nvPr>
            <p:ph type="body" idx="1" hasCustomPrompt="1"/>
          </p:nvPr>
        </p:nvSpPr>
        <p:spPr>
          <a:xfrm>
            <a:off x="838200" y="2705177"/>
            <a:ext cx="5733772" cy="448990"/>
          </a:xfrm>
        </p:spPr>
        <p:txBody>
          <a:bodyPr anchor="ctr">
            <a:no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4" name="Content Placeholder 3">
            <a:extLst>
              <a:ext uri="{FF2B5EF4-FFF2-40B4-BE49-F238E27FC236}">
                <a16:creationId xmlns="" xmlns:a16="http://schemas.microsoft.com/office/drawing/2014/main" id="{AC9B20CF-6B91-4562-B799-0ABDAEBC0D2A}"/>
              </a:ext>
            </a:extLst>
          </p:cNvPr>
          <p:cNvSpPr>
            <a:spLocks noGrp="1"/>
          </p:cNvSpPr>
          <p:nvPr>
            <p:ph sz="half" idx="2" hasCustomPrompt="1"/>
          </p:nvPr>
        </p:nvSpPr>
        <p:spPr>
          <a:xfrm>
            <a:off x="838199" y="3154166"/>
            <a:ext cx="5733773" cy="3032733"/>
          </a:xfrm>
        </p:spPr>
        <p:txBody>
          <a:bodyPr>
            <a:normAutofit/>
          </a:bodyPr>
          <a:lstStyle>
            <a:lvl1pPr marL="285750" indent="-285750">
              <a:lnSpc>
                <a:spcPct val="100000"/>
              </a:lnSpc>
              <a:buFont typeface="Arial" panose="020B0604020202020204" pitchFamily="34" charset="0"/>
              <a:buChar char="•"/>
              <a:defRPr sz="1800" spc="50" baseline="0"/>
            </a:lvl1pPr>
            <a:lvl2pPr marL="742950" indent="-285750">
              <a:lnSpc>
                <a:spcPct val="100000"/>
              </a:lnSpc>
              <a:buFont typeface="Arial" panose="020B0604020202020204" pitchFamily="34" charset="0"/>
              <a:buChar char="•"/>
              <a:defRPr sz="1800" spc="50" baseline="0"/>
            </a:lvl2pPr>
            <a:lvl3pPr marL="1200150" indent="-285750">
              <a:lnSpc>
                <a:spcPct val="100000"/>
              </a:lnSpc>
              <a:buFont typeface="Arial" panose="020B0604020202020204" pitchFamily="34" charset="0"/>
              <a:buChar char="•"/>
              <a:defRPr sz="1800" spc="50" baseline="0"/>
            </a:lvl3pPr>
            <a:lvl4pPr marL="1657350" indent="-285750">
              <a:lnSpc>
                <a:spcPct val="100000"/>
              </a:lnSpc>
              <a:buFont typeface="Arial" panose="020B0604020202020204" pitchFamily="34" charset="0"/>
              <a:buChar char="•"/>
              <a:defRPr sz="1800" spc="50" baseline="0"/>
            </a:lvl4pPr>
            <a:lvl5pPr marL="2114550" indent="-285750">
              <a:lnSpc>
                <a:spcPct val="100000"/>
              </a:lnSpc>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 xmlns:a16="http://schemas.microsoft.com/office/drawing/2014/main" id="{B374FC39-67F6-42EA-BCD1-F69AE2F0F22D}"/>
              </a:ext>
            </a:extLst>
          </p:cNvPr>
          <p:cNvSpPr>
            <a:spLocks noGrp="1"/>
          </p:cNvSpPr>
          <p:nvPr>
            <p:ph type="body" sz="quarter" idx="3" hasCustomPrompt="1"/>
          </p:nvPr>
        </p:nvSpPr>
        <p:spPr>
          <a:xfrm>
            <a:off x="7887108" y="2705177"/>
            <a:ext cx="3943627" cy="448989"/>
          </a:xfrm>
        </p:spPr>
        <p:txBody>
          <a:bodyPr anchor="ctr">
            <a:no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7" name="Content Placeholder 3">
            <a:extLst>
              <a:ext uri="{FF2B5EF4-FFF2-40B4-BE49-F238E27FC236}">
                <a16:creationId xmlns="" xmlns:a16="http://schemas.microsoft.com/office/drawing/2014/main" id="{0120DFF5-B64A-9744-4500-1D7BBA19BF1C}"/>
              </a:ext>
            </a:extLst>
          </p:cNvPr>
          <p:cNvSpPr>
            <a:spLocks noGrp="1"/>
          </p:cNvSpPr>
          <p:nvPr>
            <p:ph sz="half" idx="14" hasCustomPrompt="1"/>
          </p:nvPr>
        </p:nvSpPr>
        <p:spPr>
          <a:xfrm>
            <a:off x="7887107" y="3164867"/>
            <a:ext cx="3943627" cy="3032733"/>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52144"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7">
            <a:extLst>
              <a:ext uri="{FF2B5EF4-FFF2-40B4-BE49-F238E27FC236}">
                <a16:creationId xmlns="" xmlns:a16="http://schemas.microsoft.com/office/drawing/2014/main" id="{CBE560E3-F935-488F-8F0E-191D7B6B54B8}"/>
              </a:ext>
            </a:extLst>
          </p:cNvPr>
          <p:cNvSpPr>
            <a:spLocks noGrp="1"/>
          </p:cNvSpPr>
          <p:nvPr>
            <p:ph type="ftr" sz="quarter" idx="11"/>
          </p:nvPr>
        </p:nvSpPr>
        <p:spPr>
          <a:xfrm>
            <a:off x="843986" y="6356350"/>
            <a:ext cx="4114800" cy="365125"/>
          </a:xfrm>
        </p:spPr>
        <p:txBody>
          <a:bodyPr/>
          <a:lstStyle>
            <a:lvl1pPr algn="l">
              <a:defRPr sz="900"/>
            </a:lvl1pPr>
          </a:lstStyle>
          <a:p>
            <a:r>
              <a:rPr lang="en-US" dirty="0"/>
              <a:t>PRESENTATION TITLE</a:t>
            </a:r>
          </a:p>
        </p:txBody>
      </p:sp>
      <p:sp>
        <p:nvSpPr>
          <p:cNvPr id="9" name="Slide Number Placeholder 8">
            <a:extLst>
              <a:ext uri="{FF2B5EF4-FFF2-40B4-BE49-F238E27FC236}">
                <a16:creationId xmlns="" xmlns:a16="http://schemas.microsoft.com/office/drawing/2014/main" id="{9B9CD8B2-CC23-467F-B0EE-2CC06D6308BD}"/>
              </a:ext>
            </a:extLst>
          </p:cNvPr>
          <p:cNvSpPr>
            <a:spLocks noGrp="1"/>
          </p:cNvSpPr>
          <p:nvPr>
            <p:ph type="sldNum" sz="quarter" idx="12"/>
          </p:nvPr>
        </p:nvSpPr>
        <p:spPr/>
        <p:txBody>
          <a:bodyPr/>
          <a:lstStyle>
            <a:lvl1pPr>
              <a:defRPr sz="900"/>
            </a:lvl1pPr>
          </a:lstStyle>
          <a:p>
            <a:fld id="{A49DFD55-3C28-40EF-9E31-A92D2E4017FF}" type="slidenum">
              <a:rPr lang="en-US" smtClean="0"/>
              <a:pPr/>
              <a:t>‹#›</a:t>
            </a:fld>
            <a:endParaRPr lang="en-US" dirty="0"/>
          </a:p>
        </p:txBody>
      </p:sp>
      <p:pic>
        <p:nvPicPr>
          <p:cNvPr id="13" name="Graphic 12">
            <a:extLst>
              <a:ext uri="{FF2B5EF4-FFF2-40B4-BE49-F238E27FC236}">
                <a16:creationId xmlns="" xmlns:a16="http://schemas.microsoft.com/office/drawing/2014/main" id="{E0588715-35AD-8BE1-A5FC-E28BDD3854A6}"/>
              </a:ext>
              <a:ext uri="{C183D7F6-B498-43B3-948B-1728B52AA6E4}">
                <adec:decorative xmlns="" xmlns:adec="http://schemas.microsoft.com/office/drawing/2017/decorative" val="1"/>
              </a:ext>
            </a:extLst>
          </p:cNvPr>
          <p:cNvPicPr>
            <a:picLocks noChangeAspect="1"/>
          </p:cNvPicPr>
          <p:nvPr userDrawn="1"/>
        </p:nvPicPr>
        <p:blipFill rotWithShape="1">
          <a:blip r:embed="rId2">
            <a:extLst>
              <a:ext uri="{96DAC541-7B7A-43D3-8B79-37D633B846F1}">
                <asvg:svgBlip xmlns="" xmlns:asvg="http://schemas.microsoft.com/office/drawing/2016/SVG/main" r:embed="rId3"/>
              </a:ext>
            </a:extLst>
          </a:blip>
          <a:srcRect l="18645" t="319" r="28732" b="73496"/>
          <a:stretch/>
        </p:blipFill>
        <p:spPr>
          <a:xfrm rot="10800000" flipH="1">
            <a:off x="6308436" y="-11"/>
            <a:ext cx="5883564" cy="2366424"/>
          </a:xfrm>
          <a:prstGeom prst="rect">
            <a:avLst/>
          </a:prstGeom>
        </p:spPr>
      </p:pic>
    </p:spTree>
    <p:extLst>
      <p:ext uri="{BB962C8B-B14F-4D97-AF65-F5344CB8AC3E}">
        <p14:creationId xmlns:p14="http://schemas.microsoft.com/office/powerpoint/2010/main" val="9311076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4_Two Conten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1CF3B5C-31C4-46BA-9FAD-72DF917A84DA}"/>
              </a:ext>
            </a:extLst>
          </p:cNvPr>
          <p:cNvSpPr>
            <a:spLocks noGrp="1"/>
          </p:cNvSpPr>
          <p:nvPr>
            <p:ph type="title" hasCustomPrompt="1"/>
          </p:nvPr>
        </p:nvSpPr>
        <p:spPr>
          <a:xfrm>
            <a:off x="838200" y="337192"/>
            <a:ext cx="5655197" cy="1997867"/>
          </a:xfrm>
        </p:spPr>
        <p:txBody>
          <a:bodyPr anchor="b">
            <a:normAutofit/>
          </a:bodyPr>
          <a:lstStyle>
            <a:lvl1pPr>
              <a:defRPr lang="en-US" sz="2800" kern="1200" spc="150" baseline="0" dirty="0">
                <a:solidFill>
                  <a:schemeClr val="tx1"/>
                </a:solidFill>
                <a:latin typeface="+mj-lt"/>
                <a:ea typeface="+mj-ea"/>
                <a:cs typeface="+mj-cs"/>
              </a:defRPr>
            </a:lvl1pPr>
          </a:lstStyle>
          <a:p>
            <a:r>
              <a:rPr lang="en-US" dirty="0"/>
              <a:t>CLICK TO add title</a:t>
            </a:r>
          </a:p>
        </p:txBody>
      </p:sp>
      <p:sp>
        <p:nvSpPr>
          <p:cNvPr id="3" name="Text Placeholder 2">
            <a:extLst>
              <a:ext uri="{FF2B5EF4-FFF2-40B4-BE49-F238E27FC236}">
                <a16:creationId xmlns="" xmlns:a16="http://schemas.microsoft.com/office/drawing/2014/main" id="{B659CD1F-9DFB-4048-9B9B-2BD7D4EC6400}"/>
              </a:ext>
            </a:extLst>
          </p:cNvPr>
          <p:cNvSpPr>
            <a:spLocks noGrp="1"/>
          </p:cNvSpPr>
          <p:nvPr>
            <p:ph type="body" idx="1" hasCustomPrompt="1"/>
          </p:nvPr>
        </p:nvSpPr>
        <p:spPr>
          <a:xfrm>
            <a:off x="838200" y="2705177"/>
            <a:ext cx="5733772" cy="448990"/>
          </a:xfrm>
        </p:spPr>
        <p:txBody>
          <a:bodyPr anchor="ctr">
            <a:no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4" name="Content Placeholder 3">
            <a:extLst>
              <a:ext uri="{FF2B5EF4-FFF2-40B4-BE49-F238E27FC236}">
                <a16:creationId xmlns="" xmlns:a16="http://schemas.microsoft.com/office/drawing/2014/main" id="{AC9B20CF-6B91-4562-B799-0ABDAEBC0D2A}"/>
              </a:ext>
            </a:extLst>
          </p:cNvPr>
          <p:cNvSpPr>
            <a:spLocks noGrp="1"/>
          </p:cNvSpPr>
          <p:nvPr>
            <p:ph sz="half" idx="2" hasCustomPrompt="1"/>
          </p:nvPr>
        </p:nvSpPr>
        <p:spPr>
          <a:xfrm>
            <a:off x="838199" y="3154166"/>
            <a:ext cx="5733773" cy="3032733"/>
          </a:xfrm>
        </p:spPr>
        <p:txBody>
          <a:bodyPr>
            <a:normAutofit/>
          </a:bodyPr>
          <a:lstStyle>
            <a:lvl1pPr marL="285750" indent="-285750">
              <a:lnSpc>
                <a:spcPct val="100000"/>
              </a:lnSpc>
              <a:buFont typeface="Arial" panose="020B0604020202020204" pitchFamily="34" charset="0"/>
              <a:buChar char="•"/>
              <a:defRPr sz="1800" spc="50" baseline="0"/>
            </a:lvl1pPr>
            <a:lvl2pPr marL="742950" indent="-285750">
              <a:lnSpc>
                <a:spcPct val="100000"/>
              </a:lnSpc>
              <a:buFont typeface="Arial" panose="020B0604020202020204" pitchFamily="34" charset="0"/>
              <a:buChar char="•"/>
              <a:defRPr sz="1800" spc="50" baseline="0"/>
            </a:lvl2pPr>
            <a:lvl3pPr marL="1200150" indent="-285750">
              <a:lnSpc>
                <a:spcPct val="100000"/>
              </a:lnSpc>
              <a:buFont typeface="Arial" panose="020B0604020202020204" pitchFamily="34" charset="0"/>
              <a:buChar char="•"/>
              <a:defRPr sz="1800" spc="50" baseline="0"/>
            </a:lvl3pPr>
            <a:lvl4pPr marL="1657350" indent="-285750">
              <a:lnSpc>
                <a:spcPct val="100000"/>
              </a:lnSpc>
              <a:buFont typeface="Arial" panose="020B0604020202020204" pitchFamily="34" charset="0"/>
              <a:buChar char="•"/>
              <a:defRPr sz="1800" spc="50" baseline="0"/>
            </a:lvl4pPr>
            <a:lvl5pPr marL="2114550" indent="-285750">
              <a:lnSpc>
                <a:spcPct val="100000"/>
              </a:lnSpc>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 xmlns:a16="http://schemas.microsoft.com/office/drawing/2014/main" id="{B374FC39-67F6-42EA-BCD1-F69AE2F0F22D}"/>
              </a:ext>
            </a:extLst>
          </p:cNvPr>
          <p:cNvSpPr>
            <a:spLocks noGrp="1"/>
          </p:cNvSpPr>
          <p:nvPr>
            <p:ph type="body" sz="quarter" idx="3" hasCustomPrompt="1"/>
          </p:nvPr>
        </p:nvSpPr>
        <p:spPr>
          <a:xfrm>
            <a:off x="7887108" y="2705177"/>
            <a:ext cx="3943627" cy="448989"/>
          </a:xfrm>
        </p:spPr>
        <p:txBody>
          <a:bodyPr anchor="ctr">
            <a:no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7" name="Content Placeholder 3">
            <a:extLst>
              <a:ext uri="{FF2B5EF4-FFF2-40B4-BE49-F238E27FC236}">
                <a16:creationId xmlns="" xmlns:a16="http://schemas.microsoft.com/office/drawing/2014/main" id="{0120DFF5-B64A-9744-4500-1D7BBA19BF1C}"/>
              </a:ext>
            </a:extLst>
          </p:cNvPr>
          <p:cNvSpPr>
            <a:spLocks noGrp="1"/>
          </p:cNvSpPr>
          <p:nvPr>
            <p:ph sz="half" idx="14" hasCustomPrompt="1"/>
          </p:nvPr>
        </p:nvSpPr>
        <p:spPr>
          <a:xfrm>
            <a:off x="7887107" y="3164867"/>
            <a:ext cx="3943627" cy="3032733"/>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52144"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7">
            <a:extLst>
              <a:ext uri="{FF2B5EF4-FFF2-40B4-BE49-F238E27FC236}">
                <a16:creationId xmlns="" xmlns:a16="http://schemas.microsoft.com/office/drawing/2014/main" id="{CBE560E3-F935-488F-8F0E-191D7B6B54B8}"/>
              </a:ext>
            </a:extLst>
          </p:cNvPr>
          <p:cNvSpPr>
            <a:spLocks noGrp="1"/>
          </p:cNvSpPr>
          <p:nvPr>
            <p:ph type="ftr" sz="quarter" idx="11"/>
          </p:nvPr>
        </p:nvSpPr>
        <p:spPr>
          <a:xfrm>
            <a:off x="843986" y="6356350"/>
            <a:ext cx="4114800" cy="365125"/>
          </a:xfrm>
        </p:spPr>
        <p:txBody>
          <a:bodyPr/>
          <a:lstStyle>
            <a:lvl1pPr algn="l">
              <a:defRPr sz="900"/>
            </a:lvl1pPr>
          </a:lstStyle>
          <a:p>
            <a:r>
              <a:rPr lang="en-US" dirty="0"/>
              <a:t>PRESENTATION TITLE</a:t>
            </a:r>
          </a:p>
        </p:txBody>
      </p:sp>
      <p:sp>
        <p:nvSpPr>
          <p:cNvPr id="9" name="Slide Number Placeholder 8">
            <a:extLst>
              <a:ext uri="{FF2B5EF4-FFF2-40B4-BE49-F238E27FC236}">
                <a16:creationId xmlns="" xmlns:a16="http://schemas.microsoft.com/office/drawing/2014/main" id="{9B9CD8B2-CC23-467F-B0EE-2CC06D6308BD}"/>
              </a:ext>
            </a:extLst>
          </p:cNvPr>
          <p:cNvSpPr>
            <a:spLocks noGrp="1"/>
          </p:cNvSpPr>
          <p:nvPr>
            <p:ph type="sldNum" sz="quarter" idx="12"/>
          </p:nvPr>
        </p:nvSpPr>
        <p:spPr/>
        <p:txBody>
          <a:bodyPr/>
          <a:lstStyle>
            <a:lvl1pPr>
              <a:defRPr sz="900"/>
            </a:lvl1pPr>
          </a:lstStyle>
          <a:p>
            <a:fld id="{A49DFD55-3C28-40EF-9E31-A92D2E4017FF}" type="slidenum">
              <a:rPr lang="en-US" smtClean="0"/>
              <a:pPr/>
              <a:t>‹#›</a:t>
            </a:fld>
            <a:endParaRPr lang="en-US" dirty="0"/>
          </a:p>
        </p:txBody>
      </p:sp>
      <p:pic>
        <p:nvPicPr>
          <p:cNvPr id="13" name="Graphic 12">
            <a:extLst>
              <a:ext uri="{FF2B5EF4-FFF2-40B4-BE49-F238E27FC236}">
                <a16:creationId xmlns="" xmlns:a16="http://schemas.microsoft.com/office/drawing/2014/main" id="{E0588715-35AD-8BE1-A5FC-E28BDD3854A6}"/>
              </a:ext>
              <a:ext uri="{C183D7F6-B498-43B3-948B-1728B52AA6E4}">
                <adec:decorative xmlns="" xmlns:adec="http://schemas.microsoft.com/office/drawing/2017/decorative" val="1"/>
              </a:ext>
            </a:extLst>
          </p:cNvPr>
          <p:cNvPicPr>
            <a:picLocks noChangeAspect="1"/>
          </p:cNvPicPr>
          <p:nvPr userDrawn="1"/>
        </p:nvPicPr>
        <p:blipFill rotWithShape="1">
          <a:blip r:embed="rId2">
            <a:extLst>
              <a:ext uri="{96DAC541-7B7A-43D3-8B79-37D633B846F1}">
                <asvg:svgBlip xmlns="" xmlns:asvg="http://schemas.microsoft.com/office/drawing/2016/SVG/main" r:embed="rId3"/>
              </a:ext>
            </a:extLst>
          </a:blip>
          <a:srcRect l="18645" t="319" r="28732" b="73496"/>
          <a:stretch/>
        </p:blipFill>
        <p:spPr>
          <a:xfrm rot="10800000" flipH="1">
            <a:off x="6308436" y="-11"/>
            <a:ext cx="5883564" cy="2366424"/>
          </a:xfrm>
          <a:prstGeom prst="rect">
            <a:avLst/>
          </a:prstGeom>
        </p:spPr>
      </p:pic>
    </p:spTree>
    <p:extLst>
      <p:ext uri="{BB962C8B-B14F-4D97-AF65-F5344CB8AC3E}">
        <p14:creationId xmlns:p14="http://schemas.microsoft.com/office/powerpoint/2010/main" val="11700042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15B3628-62D7-4A6D-A79F-34DE91DBA31E}"/>
              </a:ext>
            </a:extLst>
          </p:cNvPr>
          <p:cNvSpPr>
            <a:spLocks noGrp="1"/>
          </p:cNvSpPr>
          <p:nvPr>
            <p:ph type="ctrTitle" hasCustomPrompt="1"/>
          </p:nvPr>
        </p:nvSpPr>
        <p:spPr>
          <a:xfrm>
            <a:off x="6441918" y="3329790"/>
            <a:ext cx="4941771" cy="3200400"/>
          </a:xfrm>
        </p:spPr>
        <p:txBody>
          <a:bodyPr anchor="ctr">
            <a:noAutofit/>
          </a:bodyPr>
          <a:lstStyle>
            <a:lvl1pPr algn="l">
              <a:defRPr sz="3600" spc="150" baseline="0"/>
            </a:lvl1pPr>
          </a:lstStyle>
          <a:p>
            <a:r>
              <a:rPr lang="en-US" dirty="0"/>
              <a:t>CLICK TO add title</a:t>
            </a:r>
          </a:p>
        </p:txBody>
      </p:sp>
      <p:pic>
        <p:nvPicPr>
          <p:cNvPr id="8" name="Graphic 7">
            <a:extLst>
              <a:ext uri="{FF2B5EF4-FFF2-40B4-BE49-F238E27FC236}">
                <a16:creationId xmlns="" xmlns:a16="http://schemas.microsoft.com/office/drawing/2014/main" id="{A04F1E16-9A84-4D0E-9706-79C396AF6AE6}"/>
              </a:ext>
              <a:ext uri="{C183D7F6-B498-43B3-948B-1728B52AA6E4}">
                <adec:decorative xmlns="" xmlns:adec="http://schemas.microsoft.com/office/drawing/2017/decorative" val="1"/>
              </a:ext>
            </a:extLst>
          </p:cNvPr>
          <p:cNvPicPr>
            <a:picLocks noChangeAspect="1"/>
          </p:cNvPicPr>
          <p:nvPr userDrawn="1"/>
        </p:nvPicPr>
        <p:blipFill rotWithShape="1">
          <a:blip r:embed="rId2">
            <a:extLst>
              <a:ext uri="{96DAC541-7B7A-43D3-8B79-37D633B846F1}">
                <asvg:svgBlip xmlns="" xmlns:asvg="http://schemas.microsoft.com/office/drawing/2016/SVG/main" r:embed="rId3"/>
              </a:ext>
            </a:extLst>
          </a:blip>
          <a:srcRect l="9358" t="23650" b="-1"/>
          <a:stretch/>
        </p:blipFill>
        <p:spPr>
          <a:xfrm>
            <a:off x="0" y="0"/>
            <a:ext cx="9488312" cy="5054323"/>
          </a:xfrm>
          <a:prstGeom prst="rect">
            <a:avLst/>
          </a:prstGeom>
        </p:spPr>
      </p:pic>
    </p:spTree>
    <p:extLst>
      <p:ext uri="{BB962C8B-B14F-4D97-AF65-F5344CB8AC3E}">
        <p14:creationId xmlns:p14="http://schemas.microsoft.com/office/powerpoint/2010/main" val="243017395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able 2">
    <p:bg>
      <p:bgRef idx="1001">
        <a:schemeClr val="bg1"/>
      </p:bgRef>
    </p:bg>
    <p:spTree>
      <p:nvGrpSpPr>
        <p:cNvPr id="1" name=""/>
        <p:cNvGrpSpPr/>
        <p:nvPr/>
      </p:nvGrpSpPr>
      <p:grpSpPr>
        <a:xfrm>
          <a:off x="0" y="0"/>
          <a:ext cx="0" cy="0"/>
          <a:chOff x="0" y="0"/>
          <a:chExt cx="0" cy="0"/>
        </a:xfrm>
      </p:grpSpPr>
      <p:grpSp>
        <p:nvGrpSpPr>
          <p:cNvPr id="10" name="Group 9">
            <a:extLst>
              <a:ext uri="{FF2B5EF4-FFF2-40B4-BE49-F238E27FC236}">
                <a16:creationId xmlns="" xmlns:a16="http://schemas.microsoft.com/office/drawing/2014/main" id="{544E9C70-0200-3C21-7766-CB9EA5FBFA88}"/>
              </a:ext>
              <a:ext uri="{C183D7F6-B498-43B3-948B-1728B52AA6E4}">
                <adec:decorative xmlns="" xmlns:adec="http://schemas.microsoft.com/office/drawing/2017/decorative" val="1"/>
              </a:ext>
            </a:extLst>
          </p:cNvPr>
          <p:cNvGrpSpPr/>
          <p:nvPr userDrawn="1"/>
        </p:nvGrpSpPr>
        <p:grpSpPr>
          <a:xfrm>
            <a:off x="0" y="0"/>
            <a:ext cx="2590800" cy="1027906"/>
            <a:chOff x="0" y="0"/>
            <a:chExt cx="2590800" cy="1027906"/>
          </a:xfrm>
        </p:grpSpPr>
        <p:cxnSp>
          <p:nvCxnSpPr>
            <p:cNvPr id="11" name="Straight Connector 10">
              <a:extLst>
                <a:ext uri="{FF2B5EF4-FFF2-40B4-BE49-F238E27FC236}">
                  <a16:creationId xmlns="" xmlns:a16="http://schemas.microsoft.com/office/drawing/2014/main" id="{1D5E4B16-2071-DEE9-BE53-F35AFBEFCA57}"/>
                </a:ext>
              </a:extLst>
            </p:cNvPr>
            <p:cNvCxnSpPr>
              <a:cxnSpLocks/>
            </p:cNvCxnSpPr>
            <p:nvPr userDrawn="1"/>
          </p:nvCxnSpPr>
          <p:spPr>
            <a:xfrm flipV="1">
              <a:off x="0" y="0"/>
              <a:ext cx="2590800" cy="76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 xmlns:a16="http://schemas.microsoft.com/office/drawing/2014/main" id="{1CB2B071-0355-D550-18A8-9D515CA16987}"/>
                </a:ext>
              </a:extLst>
            </p:cNvPr>
            <p:cNvCxnSpPr>
              <a:cxnSpLocks/>
            </p:cNvCxnSpPr>
            <p:nvPr userDrawn="1"/>
          </p:nvCxnSpPr>
          <p:spPr>
            <a:xfrm flipH="1">
              <a:off x="0" y="0"/>
              <a:ext cx="704850" cy="10279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 xmlns:a16="http://schemas.microsoft.com/office/drawing/2014/main" id="{EE5C4E19-B78B-4E39-B661-7E6A2E6C5002}"/>
              </a:ext>
            </a:extLst>
          </p:cNvPr>
          <p:cNvSpPr>
            <a:spLocks noGrp="1"/>
          </p:cNvSpPr>
          <p:nvPr>
            <p:ph type="title" hasCustomPrompt="1"/>
          </p:nvPr>
        </p:nvSpPr>
        <p:spPr>
          <a:xfrm>
            <a:off x="838200" y="353550"/>
            <a:ext cx="10515600" cy="1325563"/>
          </a:xfrm>
        </p:spPr>
        <p:txBody>
          <a:bodyPr anchor="b">
            <a:normAutofit/>
          </a:bodyPr>
          <a:lstStyle>
            <a:lvl1pPr algn="ctr">
              <a:defRPr lang="en-US" sz="2800" kern="1200" spc="150" baseline="0" dirty="0">
                <a:solidFill>
                  <a:schemeClr val="tx1"/>
                </a:solidFill>
                <a:latin typeface="+mj-lt"/>
                <a:ea typeface="+mj-ea"/>
                <a:cs typeface="+mj-cs"/>
              </a:defRPr>
            </a:lvl1pPr>
          </a:lstStyle>
          <a:p>
            <a:r>
              <a:rPr lang="en-US" dirty="0"/>
              <a:t>CLICK TO add title</a:t>
            </a:r>
          </a:p>
        </p:txBody>
      </p:sp>
      <p:sp>
        <p:nvSpPr>
          <p:cNvPr id="8" name="Table Placeholder 7">
            <a:extLst>
              <a:ext uri="{FF2B5EF4-FFF2-40B4-BE49-F238E27FC236}">
                <a16:creationId xmlns="" xmlns:a16="http://schemas.microsoft.com/office/drawing/2014/main" id="{C3975522-461E-4D79-B5B9-BF9471B54688}"/>
              </a:ext>
            </a:extLst>
          </p:cNvPr>
          <p:cNvSpPr>
            <a:spLocks noGrp="1"/>
          </p:cNvSpPr>
          <p:nvPr>
            <p:ph type="tbl" sz="quarter" idx="14"/>
          </p:nvPr>
        </p:nvSpPr>
        <p:spPr>
          <a:xfrm>
            <a:off x="838200" y="2111381"/>
            <a:ext cx="10515600" cy="3570963"/>
          </a:xfrm>
        </p:spPr>
        <p:txBody>
          <a:bodyPr>
            <a:normAutofit/>
          </a:bodyPr>
          <a:lstStyle>
            <a:lvl1pPr marL="0" indent="0" algn="ctr">
              <a:buNone/>
              <a:defRPr sz="2000"/>
            </a:lvl1pPr>
          </a:lstStyle>
          <a:p>
            <a:r>
              <a:rPr lang="en-US"/>
              <a:t>Click icon to add table</a:t>
            </a:r>
            <a:endParaRPr lang="en-US" dirty="0"/>
          </a:p>
        </p:txBody>
      </p:sp>
      <p:sp>
        <p:nvSpPr>
          <p:cNvPr id="6" name="Footer Placeholder 4">
            <a:extLst>
              <a:ext uri="{FF2B5EF4-FFF2-40B4-BE49-F238E27FC236}">
                <a16:creationId xmlns="" xmlns:a16="http://schemas.microsoft.com/office/drawing/2014/main" id="{BFB554B2-4C33-2975-9F27-94B8AE71DF13}"/>
              </a:ext>
            </a:extLst>
          </p:cNvPr>
          <p:cNvSpPr>
            <a:spLocks noGrp="1"/>
          </p:cNvSpPr>
          <p:nvPr>
            <p:ph type="ftr" sz="quarter" idx="11"/>
          </p:nvPr>
        </p:nvSpPr>
        <p:spPr>
          <a:xfrm>
            <a:off x="838200" y="6356349"/>
            <a:ext cx="3819228" cy="365125"/>
          </a:xfrm>
        </p:spPr>
        <p:txBody>
          <a:bodyPr/>
          <a:lstStyle>
            <a:lvl1pPr algn="l">
              <a:defRPr sz="900"/>
            </a:lvl1pPr>
          </a:lstStyle>
          <a:p>
            <a:r>
              <a:rPr lang="en-US" dirty="0"/>
              <a:t>PRESENTATION TITLE</a:t>
            </a:r>
          </a:p>
        </p:txBody>
      </p:sp>
      <p:sp>
        <p:nvSpPr>
          <p:cNvPr id="7" name="Slide Number Placeholder 5">
            <a:extLst>
              <a:ext uri="{FF2B5EF4-FFF2-40B4-BE49-F238E27FC236}">
                <a16:creationId xmlns="" xmlns:a16="http://schemas.microsoft.com/office/drawing/2014/main" id="{503C6776-E983-2BA3-1054-75996FE0FD22}"/>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3370680036"/>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PRESENTATION TITLE</a:t>
            </a:r>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49DFD55-3C28-40EF-9E31-A92D2E4017FF}" type="slidenum">
              <a:rPr lang="en-US" smtClean="0"/>
              <a:t>‹#›</a:t>
            </a:fld>
            <a:endParaRPr lang="en-US" dirty="0"/>
          </a:p>
        </p:txBody>
      </p:sp>
    </p:spTree>
    <p:extLst>
      <p:ext uri="{BB962C8B-B14F-4D97-AF65-F5344CB8AC3E}">
        <p14:creationId xmlns:p14="http://schemas.microsoft.com/office/powerpoint/2010/main" val="465152840"/>
      </p:ext>
    </p:extLst>
  </p:cSld>
  <p:clrMap bg1="lt1" tx1="dk1" bg2="lt2" tx2="dk2" accent1="accent1" accent2="accent2" accent3="accent3" accent4="accent4" accent5="accent5" accent6="accent6" hlink="hlink" folHlink="folHlink"/>
  <p:sldLayoutIdLst>
    <p:sldLayoutId id="2147483780" r:id="rId1"/>
    <p:sldLayoutId id="2147483781" r:id="rId2"/>
    <p:sldLayoutId id="2147483782" r:id="rId3"/>
    <p:sldLayoutId id="2147483783" r:id="rId4"/>
    <p:sldLayoutId id="2147483784" r:id="rId5"/>
    <p:sldLayoutId id="2147483785" r:id="rId6"/>
    <p:sldLayoutId id="2147483786" r:id="rId7"/>
    <p:sldLayoutId id="2147483787" r:id="rId8"/>
    <p:sldLayoutId id="2147483788" r:id="rId9"/>
    <p:sldLayoutId id="2147483789" r:id="rId10"/>
    <p:sldLayoutId id="2147483790" r:id="rId11"/>
    <p:sldLayoutId id="2147483791" r:id="rId12"/>
    <p:sldLayoutId id="2147483792" r:id="rId13"/>
    <p:sldLayoutId id="2147483793" r:id="rId14"/>
    <p:sldLayoutId id="2147483794" r:id="rId15"/>
    <p:sldLayoutId id="2147483796" r:id="rId16"/>
    <p:sldLayoutId id="2147483797" r:id="rId17"/>
    <p:sldLayoutId id="2147483798" r:id="rId18"/>
    <p:sldLayoutId id="2147483799" r:id="rId19"/>
    <p:sldLayoutId id="2147483800" r:id="rId20"/>
    <p:sldLayoutId id="2147483801" r:id="rId21"/>
    <p:sldLayoutId id="2147483802" r:id="rId22"/>
    <p:sldLayoutId id="2147483803" r:id="rId23"/>
    <p:sldLayoutId id="2147483804" r:id="rId24"/>
    <p:sldLayoutId id="2147483667" r:id="rId25"/>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14.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0.xml"/></Relationships>
</file>

<file path=ppt/slides/_rels/slide12.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8.xml"/><Relationship Id="rId1" Type="http://schemas.openxmlformats.org/officeDocument/2006/relationships/slideLayout" Target="../slideLayouts/slideLayout17.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microsoft.com/office/2007/relationships/hdphoto" Target="../media/hdphoto1.wdp"/></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9.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9.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9.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6.xml"/></Relationships>
</file>

<file path=ppt/slides/_rels/slide2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9.xml"/></Relationships>
</file>

<file path=ppt/slides/_rels/slide2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9.xml"/></Relationships>
</file>

<file path=ppt/slides/_rels/slide3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9.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FE75451-6A4B-484B-9ED1-353CCE25B0F4}"/>
              </a:ext>
            </a:extLst>
          </p:cNvPr>
          <p:cNvSpPr>
            <a:spLocks noGrp="1"/>
          </p:cNvSpPr>
          <p:nvPr>
            <p:ph type="ctrTitle"/>
          </p:nvPr>
        </p:nvSpPr>
        <p:spPr>
          <a:xfrm>
            <a:off x="1346200" y="1608566"/>
            <a:ext cx="10342289" cy="3200400"/>
          </a:xfrm>
        </p:spPr>
        <p:txBody>
          <a:bodyPr anchor="ctr"/>
          <a:lstStyle/>
          <a:p>
            <a:r>
              <a:rPr lang="en-US" b="1" cap="none" spc="50" dirty="0">
                <a:solidFill>
                  <a:srgbClr val="000000"/>
                </a:solidFill>
                <a:latin typeface="Franklin Gothic Demi"/>
              </a:rPr>
              <a:t/>
            </a:r>
            <a:br>
              <a:rPr lang="en-US" b="1" cap="none" spc="50" dirty="0">
                <a:solidFill>
                  <a:srgbClr val="000000"/>
                </a:solidFill>
                <a:latin typeface="Franklin Gothic Demi"/>
              </a:rPr>
            </a:br>
            <a:r>
              <a:rPr lang="en-US" b="1" cap="none" spc="50" dirty="0">
                <a:solidFill>
                  <a:srgbClr val="000000"/>
                </a:solidFill>
                <a:latin typeface="Franklin Gothic Demi"/>
              </a:rPr>
              <a:t>A Retrieval-Augmented based Agentic Chatbot</a:t>
            </a:r>
            <a:endParaRPr lang="en-US" dirty="0"/>
          </a:p>
        </p:txBody>
      </p:sp>
      <p:sp>
        <p:nvSpPr>
          <p:cNvPr id="4" name="TextBox 3">
            <a:extLst>
              <a:ext uri="{FF2B5EF4-FFF2-40B4-BE49-F238E27FC236}">
                <a16:creationId xmlns="" xmlns:a16="http://schemas.microsoft.com/office/drawing/2014/main" id="{14CCBE92-02CA-37DF-9E15-5057FE9124E9}"/>
              </a:ext>
            </a:extLst>
          </p:cNvPr>
          <p:cNvSpPr txBox="1"/>
          <p:nvPr/>
        </p:nvSpPr>
        <p:spPr>
          <a:xfrm>
            <a:off x="4867940" y="4200877"/>
            <a:ext cx="4941771" cy="923330"/>
          </a:xfrm>
          <a:prstGeom prst="rect">
            <a:avLst/>
          </a:prstGeom>
          <a:noFill/>
        </p:spPr>
        <p:txBody>
          <a:bodyPr wrap="square" rtlCol="0">
            <a:spAutoFit/>
          </a:bodyPr>
          <a:lstStyle/>
          <a:p>
            <a:r>
              <a:rPr lang="en-US" dirty="0" smtClean="0"/>
              <a:t>Md</a:t>
            </a:r>
            <a:r>
              <a:rPr lang="en-US" dirty="0"/>
              <a:t>. Arafat Hossain</a:t>
            </a:r>
            <a:br>
              <a:rPr lang="en-US" dirty="0"/>
            </a:br>
            <a:r>
              <a:rPr lang="en-US" dirty="0"/>
              <a:t>ID:232220</a:t>
            </a:r>
            <a:br>
              <a:rPr lang="en-US" dirty="0"/>
            </a:br>
            <a:endParaRPr lang="en-US" dirty="0"/>
          </a:p>
        </p:txBody>
      </p:sp>
      <p:pic>
        <p:nvPicPr>
          <p:cNvPr id="6" name="Picture 5"/>
          <p:cNvPicPr>
            <a:picLocks noChangeAspect="1"/>
          </p:cNvPicPr>
          <p:nvPr/>
        </p:nvPicPr>
        <p:blipFill>
          <a:blip r:embed="rId3"/>
          <a:stretch>
            <a:fillRect/>
          </a:stretch>
        </p:blipFill>
        <p:spPr>
          <a:xfrm>
            <a:off x="5096540" y="230584"/>
            <a:ext cx="1894810" cy="2125481"/>
          </a:xfrm>
          <a:prstGeom prst="rect">
            <a:avLst/>
          </a:prstGeom>
        </p:spPr>
      </p:pic>
    </p:spTree>
    <p:extLst>
      <p:ext uri="{BB962C8B-B14F-4D97-AF65-F5344CB8AC3E}">
        <p14:creationId xmlns:p14="http://schemas.microsoft.com/office/powerpoint/2010/main" val="258605881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BEF5859-10C9-4588-9727-B9362E26C29D}"/>
              </a:ext>
            </a:extLst>
          </p:cNvPr>
          <p:cNvSpPr>
            <a:spLocks noGrp="1"/>
          </p:cNvSpPr>
          <p:nvPr>
            <p:ph type="title"/>
          </p:nvPr>
        </p:nvSpPr>
        <p:spPr/>
        <p:txBody>
          <a:bodyPr/>
          <a:lstStyle/>
          <a:p>
            <a:r>
              <a:rPr lang="en-US" dirty="0"/>
              <a:t>Introduction</a:t>
            </a:r>
          </a:p>
        </p:txBody>
      </p:sp>
      <p:sp>
        <p:nvSpPr>
          <p:cNvPr id="7" name="Content Placeholder 6">
            <a:extLst>
              <a:ext uri="{FF2B5EF4-FFF2-40B4-BE49-F238E27FC236}">
                <a16:creationId xmlns="" xmlns:a16="http://schemas.microsoft.com/office/drawing/2014/main" id="{3473112B-48CD-3991-F34C-D90CAC4407EE}"/>
              </a:ext>
            </a:extLst>
          </p:cNvPr>
          <p:cNvSpPr>
            <a:spLocks noGrp="1"/>
          </p:cNvSpPr>
          <p:nvPr>
            <p:ph idx="1"/>
          </p:nvPr>
        </p:nvSpPr>
        <p:spPr/>
        <p:txBody>
          <a:bodyPr>
            <a:normAutofit/>
          </a:bodyPr>
          <a:lstStyle/>
          <a:p>
            <a:r>
              <a:rPr lang="en-US" dirty="0"/>
              <a:t>How to design and run a Retrieval-Augmented -based Agentic Chatbot</a:t>
            </a:r>
          </a:p>
          <a:p>
            <a:r>
              <a:rPr lang="en-US" dirty="0"/>
              <a:t>The system is designed to provide smart response creation with precision, scalability, and friendly interaction with the users.</a:t>
            </a:r>
          </a:p>
          <a:p>
            <a:endParaRPr lang="en-US" dirty="0"/>
          </a:p>
        </p:txBody>
      </p:sp>
      <p:sp>
        <p:nvSpPr>
          <p:cNvPr id="5" name="Slide Number Placeholder 5">
            <a:extLst>
              <a:ext uri="{FF2B5EF4-FFF2-40B4-BE49-F238E27FC236}">
                <a16:creationId xmlns="" xmlns:a16="http://schemas.microsoft.com/office/drawing/2014/main" id="{B02A8827-B1A1-2D2F-D6DD-E886B886C43E}"/>
              </a:ext>
            </a:extLst>
          </p:cNvPr>
          <p:cNvSpPr>
            <a:spLocks noGrp="1"/>
          </p:cNvSpPr>
          <p:nvPr>
            <p:ph type="sldNum" sz="quarter" idx="12"/>
          </p:nvPr>
        </p:nvSpPr>
        <p:spPr/>
        <p:txBody>
          <a:bodyPr/>
          <a:lstStyle/>
          <a:p>
            <a:fld id="{A49DFD55-3C28-40EF-9E31-A92D2E4017FF}" type="slidenum">
              <a:rPr lang="en-US" smtClean="0"/>
              <a:pPr/>
              <a:t>2</a:t>
            </a:fld>
            <a:endParaRPr lang="en-US" dirty="0"/>
          </a:p>
        </p:txBody>
      </p:sp>
    </p:spTree>
    <p:extLst>
      <p:ext uri="{BB962C8B-B14F-4D97-AF65-F5344CB8AC3E}">
        <p14:creationId xmlns:p14="http://schemas.microsoft.com/office/powerpoint/2010/main" val="171321959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Limitation of Existing Works</a:t>
            </a:r>
            <a:endParaRPr lang="en-US" dirty="0"/>
          </a:p>
        </p:txBody>
      </p:sp>
      <p:sp>
        <p:nvSpPr>
          <p:cNvPr id="3" name="Content Placeholder 2"/>
          <p:cNvSpPr>
            <a:spLocks noGrp="1"/>
          </p:cNvSpPr>
          <p:nvPr>
            <p:ph idx="1"/>
          </p:nvPr>
        </p:nvSpPr>
        <p:spPr/>
        <p:txBody>
          <a:bodyPr/>
          <a:lstStyle/>
          <a:p>
            <a:r>
              <a:rPr lang="en-US" dirty="0"/>
              <a:t>AI creates the wrong or fake information. Which is called hallucination</a:t>
            </a:r>
            <a:r>
              <a:rPr lang="en-US" dirty="0" smtClean="0"/>
              <a:t>.</a:t>
            </a:r>
          </a:p>
          <a:p>
            <a:r>
              <a:rPr lang="en-US" dirty="0"/>
              <a:t>AI responses aren’t directly linked to sound source documents. </a:t>
            </a:r>
            <a:endParaRPr lang="en-US" dirty="0" smtClean="0"/>
          </a:p>
          <a:p>
            <a:r>
              <a:rPr lang="en-US" dirty="0"/>
              <a:t>Getting enhanced learning experiences from AI is difficult.</a:t>
            </a:r>
          </a:p>
        </p:txBody>
      </p:sp>
      <p:sp>
        <p:nvSpPr>
          <p:cNvPr id="4" name="Slide Number Placeholder 3"/>
          <p:cNvSpPr>
            <a:spLocks noGrp="1"/>
          </p:cNvSpPr>
          <p:nvPr>
            <p:ph type="sldNum" sz="quarter" idx="12"/>
          </p:nvPr>
        </p:nvSpPr>
        <p:spPr/>
        <p:txBody>
          <a:bodyPr/>
          <a:lstStyle/>
          <a:p>
            <a:fld id="{A49DFD55-3C28-40EF-9E31-A92D2E4017FF}" type="slidenum">
              <a:rPr lang="en-US" smtClean="0"/>
              <a:t>3</a:t>
            </a:fld>
            <a:endParaRPr lang="en-US" dirty="0"/>
          </a:p>
        </p:txBody>
      </p:sp>
    </p:spTree>
    <p:extLst>
      <p:ext uri="{BB962C8B-B14F-4D97-AF65-F5344CB8AC3E}">
        <p14:creationId xmlns:p14="http://schemas.microsoft.com/office/powerpoint/2010/main" val="253876266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Problem Statement</a:t>
            </a:r>
            <a:endParaRPr lang="en-US" dirty="0"/>
          </a:p>
        </p:txBody>
      </p:sp>
      <p:sp>
        <p:nvSpPr>
          <p:cNvPr id="3" name="Content Placeholder 2"/>
          <p:cNvSpPr>
            <a:spLocks noGrp="1"/>
          </p:cNvSpPr>
          <p:nvPr>
            <p:ph idx="1"/>
          </p:nvPr>
        </p:nvSpPr>
        <p:spPr/>
        <p:txBody>
          <a:bodyPr/>
          <a:lstStyle/>
          <a:p>
            <a:r>
              <a:rPr lang="en-US" dirty="0"/>
              <a:t>No system exists that is efficient, AI-driven and lets users: </a:t>
            </a:r>
            <a:r>
              <a:rPr lang="en-US" dirty="0" smtClean="0"/>
              <a:t>Use </a:t>
            </a:r>
            <a:r>
              <a:rPr lang="en-US" dirty="0"/>
              <a:t>a lot of PDF documents. </a:t>
            </a:r>
            <a:endParaRPr lang="en-US" dirty="0" smtClean="0"/>
          </a:p>
          <a:p>
            <a:r>
              <a:rPr lang="en-US" dirty="0"/>
              <a:t>Extract, organize and save text information automatically to use it later. </a:t>
            </a:r>
            <a:endParaRPr lang="en-US" dirty="0" smtClean="0"/>
          </a:p>
          <a:p>
            <a:r>
              <a:rPr lang="en-US" dirty="0"/>
              <a:t>Ask natural language questions and get specific answers, rooted in context, </a:t>
            </a:r>
            <a:r>
              <a:rPr lang="en-US" dirty="0" smtClean="0"/>
              <a:t>without </a:t>
            </a:r>
            <a:r>
              <a:rPr lang="en-US" dirty="0"/>
              <a:t>manual search.</a:t>
            </a:r>
          </a:p>
        </p:txBody>
      </p:sp>
      <p:sp>
        <p:nvSpPr>
          <p:cNvPr id="4" name="Slide Number Placeholder 3"/>
          <p:cNvSpPr>
            <a:spLocks noGrp="1"/>
          </p:cNvSpPr>
          <p:nvPr>
            <p:ph type="sldNum" sz="quarter" idx="12"/>
          </p:nvPr>
        </p:nvSpPr>
        <p:spPr/>
        <p:txBody>
          <a:bodyPr/>
          <a:lstStyle/>
          <a:p>
            <a:fld id="{A49DFD55-3C28-40EF-9E31-A92D2E4017FF}" type="slidenum">
              <a:rPr lang="en-US" smtClean="0"/>
              <a:t>4</a:t>
            </a:fld>
            <a:endParaRPr lang="en-US" dirty="0"/>
          </a:p>
        </p:txBody>
      </p:sp>
    </p:spTree>
    <p:extLst>
      <p:ext uri="{BB962C8B-B14F-4D97-AF65-F5344CB8AC3E}">
        <p14:creationId xmlns:p14="http://schemas.microsoft.com/office/powerpoint/2010/main" val="389460000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528DBD1-DB29-D44F-FD5A-3071BB37EF37}"/>
              </a:ext>
            </a:extLst>
          </p:cNvPr>
          <p:cNvSpPr>
            <a:spLocks noGrp="1"/>
          </p:cNvSpPr>
          <p:nvPr>
            <p:ph type="ctrTitle"/>
          </p:nvPr>
        </p:nvSpPr>
        <p:spPr>
          <a:xfrm>
            <a:off x="701115" y="-2048002"/>
            <a:ext cx="4179570" cy="3377354"/>
          </a:xfrm>
        </p:spPr>
        <p:txBody>
          <a:bodyPr/>
          <a:lstStyle/>
          <a:p>
            <a:r>
              <a:rPr lang="en-US" dirty="0"/>
              <a:t>Objective</a:t>
            </a:r>
          </a:p>
        </p:txBody>
      </p:sp>
      <p:sp>
        <p:nvSpPr>
          <p:cNvPr id="4" name="TextBox 3">
            <a:extLst>
              <a:ext uri="{FF2B5EF4-FFF2-40B4-BE49-F238E27FC236}">
                <a16:creationId xmlns="" xmlns:a16="http://schemas.microsoft.com/office/drawing/2014/main" id="{ED88FA38-D109-AB93-B968-0F54C51F62EB}"/>
              </a:ext>
            </a:extLst>
          </p:cNvPr>
          <p:cNvSpPr txBox="1"/>
          <p:nvPr/>
        </p:nvSpPr>
        <p:spPr>
          <a:xfrm>
            <a:off x="701115" y="1663565"/>
            <a:ext cx="6096000" cy="3416320"/>
          </a:xfrm>
          <a:prstGeom prst="rect">
            <a:avLst/>
          </a:prstGeom>
          <a:noFill/>
        </p:spPr>
        <p:txBody>
          <a:bodyPr wrap="square">
            <a:spAutoFit/>
          </a:bodyPr>
          <a:lstStyle/>
          <a:p>
            <a:pPr marL="342900" indent="-342900">
              <a:buFont typeface="Arial" panose="020B0604020202020204" pitchFamily="34" charset="0"/>
              <a:buChar char="•"/>
            </a:pPr>
            <a:r>
              <a:rPr lang="en-US" dirty="0"/>
              <a:t>1. A system that allows students to prepare for their exams by retrieving relevant information stored in the uploaded PDF files (textbook, lecture notes, and study guides). </a:t>
            </a:r>
          </a:p>
          <a:p>
            <a:pPr marL="342900" indent="-342900">
              <a:buFont typeface="Arial" panose="020B0604020202020204" pitchFamily="34" charset="0"/>
              <a:buChar char="•"/>
            </a:pPr>
            <a:r>
              <a:rPr lang="en-US" dirty="0"/>
              <a:t>2. The goal of creating an AI-powered chatbot that provides learners with authentic and interactive feedback to their questions. </a:t>
            </a:r>
          </a:p>
          <a:p>
            <a:pPr marL="342900" indent="-342900">
              <a:buFont typeface="Arial" panose="020B0604020202020204" pitchFamily="34" charset="0"/>
              <a:buChar char="•"/>
            </a:pPr>
            <a:r>
              <a:rPr lang="en-US" dirty="0"/>
              <a:t>3. This platform will be designed to accommodate and serve several heterogeneous groups of users, i.e., students, teachers, and self-learners, into a easy study environment. And users can save time by using this platform</a:t>
            </a:r>
          </a:p>
        </p:txBody>
      </p:sp>
    </p:spTree>
    <p:extLst>
      <p:ext uri="{BB962C8B-B14F-4D97-AF65-F5344CB8AC3E}">
        <p14:creationId xmlns:p14="http://schemas.microsoft.com/office/powerpoint/2010/main" val="60879611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18AFA5E-469B-2BFC-9D4E-BD1EC6E48CA0}"/>
              </a:ext>
            </a:extLst>
          </p:cNvPr>
          <p:cNvSpPr>
            <a:spLocks noGrp="1"/>
          </p:cNvSpPr>
          <p:nvPr>
            <p:ph type="ctrTitle"/>
          </p:nvPr>
        </p:nvSpPr>
        <p:spPr>
          <a:xfrm>
            <a:off x="7152715" y="254643"/>
            <a:ext cx="4179570" cy="780512"/>
          </a:xfrm>
        </p:spPr>
        <p:txBody>
          <a:bodyPr/>
          <a:lstStyle/>
          <a:p>
            <a:r>
              <a:rPr lang="en-US" dirty="0"/>
              <a:t>RAG</a:t>
            </a:r>
          </a:p>
        </p:txBody>
      </p:sp>
      <p:pic>
        <p:nvPicPr>
          <p:cNvPr id="16" name="Picture Placeholder 15" descr="A person stretching in a gym">
            <a:extLst>
              <a:ext uri="{FF2B5EF4-FFF2-40B4-BE49-F238E27FC236}">
                <a16:creationId xmlns="" xmlns:a16="http://schemas.microsoft.com/office/drawing/2014/main" id="{448EF356-1822-E2AE-2794-322870D4C222}"/>
              </a:ext>
            </a:extLst>
          </p:cNvPr>
          <p:cNvPicPr>
            <a:picLocks noGrp="1" noChangeAspect="1"/>
          </p:cNvPicPr>
          <p:nvPr>
            <p:ph type="pic" sz="quarter" idx="10"/>
          </p:nvPr>
        </p:nvPicPr>
        <p:blipFill>
          <a:blip r:embed="rId3"/>
          <a:srcRect l="44" r="44"/>
          <a:stretch/>
        </p:blipFill>
        <p:spPr>
          <a:xfrm>
            <a:off x="0" y="-7303"/>
            <a:ext cx="6576291" cy="6872605"/>
          </a:xfrm>
        </p:spPr>
      </p:pic>
      <p:cxnSp>
        <p:nvCxnSpPr>
          <p:cNvPr id="21" name="Straight Connector 20">
            <a:extLst>
              <a:ext uri="{FF2B5EF4-FFF2-40B4-BE49-F238E27FC236}">
                <a16:creationId xmlns="" xmlns:a16="http://schemas.microsoft.com/office/drawing/2014/main" id="{944268F6-A361-9907-F87F-9C4377ECAE6D}"/>
              </a:ext>
              <a:ext uri="{C183D7F6-B498-43B3-948B-1728B52AA6E4}">
                <adec:decorative xmlns="" xmlns:adec="http://schemas.microsoft.com/office/drawing/2017/decorative" val="1"/>
              </a:ext>
            </a:extLst>
          </p:cNvPr>
          <p:cNvCxnSpPr>
            <a:cxnSpLocks/>
          </p:cNvCxnSpPr>
          <p:nvPr/>
        </p:nvCxnSpPr>
        <p:spPr>
          <a:xfrm flipH="1" flipV="1">
            <a:off x="0" y="254643"/>
            <a:ext cx="6096000" cy="85576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1030" name="Picture 6" descr="🧠 RAG Explained Simply: How AI Becomes Smarter by Googling Before  Answering | by Amit Kumar | Medium">
            <a:extLst>
              <a:ext uri="{FF2B5EF4-FFF2-40B4-BE49-F238E27FC236}">
                <a16:creationId xmlns="" xmlns:a16="http://schemas.microsoft.com/office/drawing/2014/main" id="{686D5760-1EA6-42A2-3A33-7411A705505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5505" y="-37522"/>
            <a:ext cx="6902824" cy="6902824"/>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 xmlns:a16="http://schemas.microsoft.com/office/drawing/2014/main" id="{FA7C51B5-031B-155B-C565-18F213C17279}"/>
              </a:ext>
            </a:extLst>
          </p:cNvPr>
          <p:cNvSpPr txBox="1"/>
          <p:nvPr/>
        </p:nvSpPr>
        <p:spPr>
          <a:xfrm>
            <a:off x="7152715" y="1242536"/>
            <a:ext cx="4675491" cy="1754326"/>
          </a:xfrm>
          <a:prstGeom prst="rect">
            <a:avLst/>
          </a:prstGeom>
          <a:noFill/>
        </p:spPr>
        <p:txBody>
          <a:bodyPr wrap="square">
            <a:spAutoFit/>
          </a:bodyPr>
          <a:lstStyle/>
          <a:p>
            <a:r>
              <a:rPr lang="en-US" dirty="0">
                <a:solidFill>
                  <a:schemeClr val="bg1"/>
                </a:solidFill>
              </a:rPr>
              <a:t>RAG merges information retrieval and generative models to reduce hallucinations and to keep replies grounded in documents. RAG enhancements expand to query rewriting, multi-hop retrieval, iterative RAG that learns when and what to retrieve.</a:t>
            </a:r>
          </a:p>
        </p:txBody>
      </p:sp>
    </p:spTree>
    <p:extLst>
      <p:ext uri="{BB962C8B-B14F-4D97-AF65-F5344CB8AC3E}">
        <p14:creationId xmlns:p14="http://schemas.microsoft.com/office/powerpoint/2010/main" val="224145913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A32731C-311B-46F7-A865-6C3AF6B09A47}"/>
              </a:ext>
            </a:extLst>
          </p:cNvPr>
          <p:cNvSpPr>
            <a:spLocks noGrp="1"/>
          </p:cNvSpPr>
          <p:nvPr>
            <p:ph type="title"/>
          </p:nvPr>
        </p:nvSpPr>
        <p:spPr>
          <a:xfrm>
            <a:off x="1322388" y="0"/>
            <a:ext cx="7288282" cy="2121177"/>
          </a:xfrm>
        </p:spPr>
        <p:txBody>
          <a:bodyPr/>
          <a:lstStyle/>
          <a:p>
            <a:r>
              <a:rPr lang="en-US" dirty="0"/>
              <a:t>Types of RAG</a:t>
            </a:r>
          </a:p>
        </p:txBody>
      </p:sp>
      <p:sp>
        <p:nvSpPr>
          <p:cNvPr id="3" name="Text Placeholder 2">
            <a:extLst>
              <a:ext uri="{FF2B5EF4-FFF2-40B4-BE49-F238E27FC236}">
                <a16:creationId xmlns="" xmlns:a16="http://schemas.microsoft.com/office/drawing/2014/main" id="{9D5232F9-FD00-464A-9F17-619C91AEF8F3}"/>
              </a:ext>
            </a:extLst>
          </p:cNvPr>
          <p:cNvSpPr>
            <a:spLocks noGrp="1"/>
          </p:cNvSpPr>
          <p:nvPr>
            <p:ph sz="half" idx="2"/>
          </p:nvPr>
        </p:nvSpPr>
        <p:spPr>
          <a:xfrm>
            <a:off x="1322388" y="2763078"/>
            <a:ext cx="7897812" cy="3593271"/>
          </a:xfrm>
        </p:spPr>
        <p:txBody>
          <a:bodyPr>
            <a:normAutofit/>
          </a:bodyPr>
          <a:lstStyle/>
          <a:p>
            <a:r>
              <a:rPr lang="en-US" dirty="0"/>
              <a:t>Simple RAG</a:t>
            </a:r>
            <a:br>
              <a:rPr lang="en-US" dirty="0"/>
            </a:br>
            <a:r>
              <a:rPr lang="en-US" dirty="0"/>
              <a:t>Simple RAG with Memory</a:t>
            </a:r>
            <a:br>
              <a:rPr lang="en-US" dirty="0"/>
            </a:br>
            <a:r>
              <a:rPr lang="en-US" dirty="0"/>
              <a:t>Branched RAG</a:t>
            </a:r>
            <a:br>
              <a:rPr lang="en-US" dirty="0"/>
            </a:br>
            <a:r>
              <a:rPr lang="en-US" dirty="0" err="1"/>
              <a:t>HyDe</a:t>
            </a:r>
            <a:r>
              <a:rPr lang="en-US" dirty="0"/>
              <a:t> (Hypothetical Document Embedding)</a:t>
            </a:r>
            <a:br>
              <a:rPr lang="en-US" dirty="0"/>
            </a:br>
            <a:r>
              <a:rPr lang="en-US" dirty="0"/>
              <a:t>Adaptive RAG</a:t>
            </a:r>
            <a:br>
              <a:rPr lang="en-US" dirty="0"/>
            </a:br>
            <a:r>
              <a:rPr lang="en-US" dirty="0"/>
              <a:t>Corrective RAG (CRAG)</a:t>
            </a:r>
            <a:br>
              <a:rPr lang="en-US" dirty="0"/>
            </a:br>
            <a:r>
              <a:rPr lang="en-US" dirty="0"/>
              <a:t>Self-RAG </a:t>
            </a:r>
            <a:br>
              <a:rPr lang="en-US" dirty="0"/>
            </a:br>
            <a:r>
              <a:rPr lang="en-US" dirty="0"/>
              <a:t>Agentic RAG </a:t>
            </a:r>
          </a:p>
        </p:txBody>
      </p:sp>
      <p:sp>
        <p:nvSpPr>
          <p:cNvPr id="14" name="Slide Number Placeholder 5">
            <a:extLst>
              <a:ext uri="{FF2B5EF4-FFF2-40B4-BE49-F238E27FC236}">
                <a16:creationId xmlns="" xmlns:a16="http://schemas.microsoft.com/office/drawing/2014/main" id="{ECE635A2-70B8-3EAB-6A18-952B02EBAA1E}"/>
              </a:ext>
            </a:extLst>
          </p:cNvPr>
          <p:cNvSpPr>
            <a:spLocks noGrp="1"/>
          </p:cNvSpPr>
          <p:nvPr>
            <p:ph type="sldNum" sz="quarter" idx="12"/>
          </p:nvPr>
        </p:nvSpPr>
        <p:spPr/>
        <p:txBody>
          <a:bodyPr/>
          <a:lstStyle/>
          <a:p>
            <a:fld id="{A49DFD55-3C28-40EF-9E31-A92D2E4017FF}" type="slidenum">
              <a:rPr lang="en-US" smtClean="0"/>
              <a:pPr/>
              <a:t>7</a:t>
            </a:fld>
            <a:endParaRPr lang="en-US" dirty="0"/>
          </a:p>
        </p:txBody>
      </p:sp>
    </p:spTree>
    <p:extLst>
      <p:ext uri="{BB962C8B-B14F-4D97-AF65-F5344CB8AC3E}">
        <p14:creationId xmlns:p14="http://schemas.microsoft.com/office/powerpoint/2010/main" val="357151636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518FC28-E0BD-4387-B8BE-9965D1A57FF1}"/>
              </a:ext>
            </a:extLst>
          </p:cNvPr>
          <p:cNvSpPr>
            <a:spLocks noGrp="1"/>
          </p:cNvSpPr>
          <p:nvPr>
            <p:ph type="title"/>
          </p:nvPr>
        </p:nvSpPr>
        <p:spPr>
          <a:xfrm>
            <a:off x="5654675" y="-328612"/>
            <a:ext cx="5884027" cy="1204912"/>
          </a:xfrm>
        </p:spPr>
        <p:txBody>
          <a:bodyPr/>
          <a:lstStyle/>
          <a:p>
            <a:r>
              <a:rPr lang="en-US" dirty="0"/>
              <a:t>Proposed System Model </a:t>
            </a:r>
            <a:r>
              <a:rPr lang="en-US" dirty="0" err="1" smtClean="0"/>
              <a:t>MODEL</a:t>
            </a:r>
            <a:endParaRPr lang="en-US" dirty="0"/>
          </a:p>
        </p:txBody>
      </p:sp>
      <p:pic>
        <p:nvPicPr>
          <p:cNvPr id="16" name="Picture Placeholder 15" descr="A wireframe of a person's head&#10;&#10;AI-generated content may be incorrect.">
            <a:extLst>
              <a:ext uri="{FF2B5EF4-FFF2-40B4-BE49-F238E27FC236}">
                <a16:creationId xmlns="" xmlns:a16="http://schemas.microsoft.com/office/drawing/2014/main" id="{2FAED28E-BF36-8770-EDCD-2E833541A32B}"/>
              </a:ext>
            </a:extLst>
          </p:cNvPr>
          <p:cNvPicPr>
            <a:picLocks noGrp="1" noChangeAspect="1"/>
          </p:cNvPicPr>
          <p:nvPr>
            <p:ph type="pic" sz="quarter" idx="13"/>
          </p:nvPr>
        </p:nvPicPr>
        <p:blipFill>
          <a:blip r:embed="rId3"/>
          <a:srcRect t="8181" b="8181"/>
          <a:stretch>
            <a:fillRect/>
          </a:stretch>
        </p:blipFill>
        <p:spPr/>
      </p:pic>
      <p:sp>
        <p:nvSpPr>
          <p:cNvPr id="6" name="Slide Number Placeholder 5">
            <a:extLst>
              <a:ext uri="{FF2B5EF4-FFF2-40B4-BE49-F238E27FC236}">
                <a16:creationId xmlns="" xmlns:a16="http://schemas.microsoft.com/office/drawing/2014/main" id="{7C4B8313-9270-4128-8674-3A3E42B806BC}"/>
              </a:ext>
            </a:extLst>
          </p:cNvPr>
          <p:cNvSpPr>
            <a:spLocks noGrp="1"/>
          </p:cNvSpPr>
          <p:nvPr>
            <p:ph type="sldNum" sz="quarter" idx="12"/>
          </p:nvPr>
        </p:nvSpPr>
        <p:spPr/>
        <p:txBody>
          <a:bodyPr/>
          <a:lstStyle/>
          <a:p>
            <a:fld id="{A49DFD55-3C28-40EF-9E31-A92D2E4017FF}" type="slidenum">
              <a:rPr lang="en-US" smtClean="0"/>
              <a:pPr/>
              <a:t>8</a:t>
            </a:fld>
            <a:endParaRPr lang="en-US" dirty="0"/>
          </a:p>
        </p:txBody>
      </p:sp>
      <p:sp>
        <p:nvSpPr>
          <p:cNvPr id="3" name="Text Placeholder 2">
            <a:extLst>
              <a:ext uri="{FF2B5EF4-FFF2-40B4-BE49-F238E27FC236}">
                <a16:creationId xmlns="" xmlns:a16="http://schemas.microsoft.com/office/drawing/2014/main" id="{FED19BCA-B61F-4EA6-A1FB-CCA3BD8506FB}"/>
              </a:ext>
            </a:extLst>
          </p:cNvPr>
          <p:cNvSpPr>
            <a:spLocks noGrp="1"/>
          </p:cNvSpPr>
          <p:nvPr>
            <p:ph sz="half" idx="14"/>
          </p:nvPr>
        </p:nvSpPr>
        <p:spPr>
          <a:xfrm>
            <a:off x="5631526" y="1079498"/>
            <a:ext cx="5907176" cy="2536826"/>
          </a:xfrm>
        </p:spPr>
        <p:txBody>
          <a:bodyPr>
            <a:noAutofit/>
          </a:bodyPr>
          <a:lstStyle/>
          <a:p>
            <a:r>
              <a:rPr lang="en-US" dirty="0"/>
              <a:t>The user upload PDF in frontend React web interface. Which is simple and user friendly. The React frontend sends files to the server via HTTP request. After uploading the PDF, user asked a question related to the PDF content. Then the frontend send the question with the PDF ID to the server. Then backend server processes the uploaded PDF with PDF Parse. Then the text will be chunked and keywords extracted. Then the query will be processed. In this processing, MongoDB search the best chunk matched with the question. After getting relevant chunks, these chunks and questions sent to Gemini AI. Then Gemini AI understand the question and relevant chunks and generate a context-based answer. The answer will be generated from the chunks of PDF strictly. After processing by AI, then the answer send to the server. Then the server sent it to the React frontend for the user. And it is the final response.</a:t>
            </a:r>
          </a:p>
        </p:txBody>
      </p:sp>
      <p:cxnSp>
        <p:nvCxnSpPr>
          <p:cNvPr id="23" name="Straight Connector 22">
            <a:extLst>
              <a:ext uri="{FF2B5EF4-FFF2-40B4-BE49-F238E27FC236}">
                <a16:creationId xmlns="" xmlns:a16="http://schemas.microsoft.com/office/drawing/2014/main" id="{D87F08D6-2CA7-4A5A-BE34-07113DCA535D}"/>
              </a:ext>
              <a:ext uri="{C183D7F6-B498-43B3-948B-1728B52AA6E4}">
                <adec:decorative xmlns="" xmlns:adec="http://schemas.microsoft.com/office/drawing/2017/decorative" val="1"/>
              </a:ext>
            </a:extLst>
          </p:cNvPr>
          <p:cNvCxnSpPr>
            <a:cxnSpLocks/>
          </p:cNvCxnSpPr>
          <p:nvPr userDrawn="1"/>
        </p:nvCxnSpPr>
        <p:spPr>
          <a:xfrm flipH="1" flipV="1">
            <a:off x="0" y="876300"/>
            <a:ext cx="5246255" cy="170988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286162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 xmlns:a16="http://schemas.microsoft.com/office/drawing/2014/main" id="{CAF9C510-E3CF-DFB4-4A85-63D98F8F30F7}"/>
              </a:ext>
            </a:extLst>
          </p:cNvPr>
          <p:cNvSpPr>
            <a:spLocks noGrp="1"/>
          </p:cNvSpPr>
          <p:nvPr>
            <p:ph type="sldNum" sz="quarter" idx="12"/>
          </p:nvPr>
        </p:nvSpPr>
        <p:spPr/>
        <p:txBody>
          <a:bodyPr/>
          <a:lstStyle/>
          <a:p>
            <a:fld id="{A49DFD55-3C28-40EF-9E31-A92D2E4017FF}" type="slidenum">
              <a:rPr lang="en-US" smtClean="0"/>
              <a:pPr/>
              <a:t>9</a:t>
            </a:fld>
            <a:endParaRPr lang="en-US" dirty="0"/>
          </a:p>
        </p:txBody>
      </p:sp>
      <p:pic>
        <p:nvPicPr>
          <p:cNvPr id="5" name="Picture 4">
            <a:extLst>
              <a:ext uri="{FF2B5EF4-FFF2-40B4-BE49-F238E27FC236}">
                <a16:creationId xmlns="" xmlns:a16="http://schemas.microsoft.com/office/drawing/2014/main" id="{9ACB0C01-337B-2D11-E0DE-D8B0AFBBFE2E}"/>
              </a:ext>
            </a:extLst>
          </p:cNvPr>
          <p:cNvPicPr>
            <a:picLocks noChangeAspect="1"/>
          </p:cNvPicPr>
          <p:nvPr/>
        </p:nvPicPr>
        <p:blipFill>
          <a:blip r:embed="rId2"/>
          <a:stretch>
            <a:fillRect/>
          </a:stretch>
        </p:blipFill>
        <p:spPr>
          <a:xfrm>
            <a:off x="1210285" y="1476772"/>
            <a:ext cx="8632215" cy="4250928"/>
          </a:xfrm>
          <a:prstGeom prst="rect">
            <a:avLst/>
          </a:prstGeom>
        </p:spPr>
      </p:pic>
    </p:spTree>
    <p:extLst>
      <p:ext uri="{BB962C8B-B14F-4D97-AF65-F5344CB8AC3E}">
        <p14:creationId xmlns:p14="http://schemas.microsoft.com/office/powerpoint/2010/main" val="323421586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 xmlns:a16="http://schemas.microsoft.com/office/drawing/2014/main" id="{F1C2025B-AA82-556C-87DC-ADA97A1D3C3B}"/>
              </a:ext>
            </a:extLst>
          </p:cNvPr>
          <p:cNvSpPr>
            <a:spLocks noGrp="1"/>
          </p:cNvSpPr>
          <p:nvPr>
            <p:ph type="sldNum" sz="quarter" idx="12"/>
          </p:nvPr>
        </p:nvSpPr>
        <p:spPr/>
        <p:txBody>
          <a:bodyPr/>
          <a:lstStyle/>
          <a:p>
            <a:fld id="{A49DFD55-3C28-40EF-9E31-A92D2E4017FF}" type="slidenum">
              <a:rPr lang="en-US" smtClean="0"/>
              <a:pPr/>
              <a:t>10</a:t>
            </a:fld>
            <a:endParaRPr lang="en-US" dirty="0"/>
          </a:p>
        </p:txBody>
      </p:sp>
      <p:sp>
        <p:nvSpPr>
          <p:cNvPr id="7" name="TextBox 6">
            <a:extLst>
              <a:ext uri="{FF2B5EF4-FFF2-40B4-BE49-F238E27FC236}">
                <a16:creationId xmlns="" xmlns:a16="http://schemas.microsoft.com/office/drawing/2014/main" id="{B11B275B-B4D9-7AD6-5FCD-2BA860451580}"/>
              </a:ext>
            </a:extLst>
          </p:cNvPr>
          <p:cNvSpPr txBox="1"/>
          <p:nvPr/>
        </p:nvSpPr>
        <p:spPr>
          <a:xfrm>
            <a:off x="2260600" y="323334"/>
            <a:ext cx="6096000" cy="369332"/>
          </a:xfrm>
          <a:prstGeom prst="rect">
            <a:avLst/>
          </a:prstGeom>
          <a:noFill/>
        </p:spPr>
        <p:txBody>
          <a:bodyPr wrap="square">
            <a:spAutoFit/>
          </a:bodyPr>
          <a:lstStyle/>
          <a:p>
            <a:r>
              <a:rPr lang="en-US" b="1" dirty="0"/>
              <a:t>Discussion about System</a:t>
            </a:r>
          </a:p>
        </p:txBody>
      </p:sp>
      <p:sp>
        <p:nvSpPr>
          <p:cNvPr id="9" name="TextBox 8">
            <a:extLst>
              <a:ext uri="{FF2B5EF4-FFF2-40B4-BE49-F238E27FC236}">
                <a16:creationId xmlns="" xmlns:a16="http://schemas.microsoft.com/office/drawing/2014/main" id="{E65B4217-DFA4-26BC-45E3-BD6E15B7E6C6}"/>
              </a:ext>
            </a:extLst>
          </p:cNvPr>
          <p:cNvSpPr txBox="1"/>
          <p:nvPr/>
        </p:nvSpPr>
        <p:spPr>
          <a:xfrm>
            <a:off x="2260600" y="1058386"/>
            <a:ext cx="6096000" cy="1477328"/>
          </a:xfrm>
          <a:prstGeom prst="rect">
            <a:avLst/>
          </a:prstGeom>
          <a:noFill/>
        </p:spPr>
        <p:txBody>
          <a:bodyPr wrap="square">
            <a:spAutoFit/>
          </a:bodyPr>
          <a:lstStyle/>
          <a:p>
            <a:r>
              <a:rPr lang="en-US" dirty="0"/>
              <a:t>The goal of this chatbot is to answer questions from the uploaded PDF. Normally, an individual tries to find out the answer from the PDF manually, but it is not that easy to get the correct answer from the PDF or documents. Although it is laborious and not easy to navigate.</a:t>
            </a:r>
          </a:p>
        </p:txBody>
      </p:sp>
      <p:sp>
        <p:nvSpPr>
          <p:cNvPr id="11" name="TextBox 10">
            <a:extLst>
              <a:ext uri="{FF2B5EF4-FFF2-40B4-BE49-F238E27FC236}">
                <a16:creationId xmlns="" xmlns:a16="http://schemas.microsoft.com/office/drawing/2014/main" id="{C2474D4B-3701-0936-E328-76290F783EFE}"/>
              </a:ext>
            </a:extLst>
          </p:cNvPr>
          <p:cNvSpPr txBox="1"/>
          <p:nvPr/>
        </p:nvSpPr>
        <p:spPr>
          <a:xfrm>
            <a:off x="2260600" y="2901434"/>
            <a:ext cx="6096000" cy="2308324"/>
          </a:xfrm>
          <a:prstGeom prst="rect">
            <a:avLst/>
          </a:prstGeom>
          <a:noFill/>
        </p:spPr>
        <p:txBody>
          <a:bodyPr wrap="square">
            <a:spAutoFit/>
          </a:bodyPr>
          <a:lstStyle/>
          <a:p>
            <a:r>
              <a:rPr lang="en-US" dirty="0"/>
              <a:t>Firstly, user upload their PDF. These PDFs are stored securely. Then the system creates chunks from the PDF. These optimized chunks are stored in MongoDB. When a user asks question then the system tokenize the question. And the system analyzes the queries. And match the question with the selected PDF. Then it returns a selected text. Finally, sent the question and the selected text send to AI. Then AI provides a better answer. </a:t>
            </a:r>
          </a:p>
        </p:txBody>
      </p:sp>
    </p:spTree>
    <p:extLst>
      <p:ext uri="{BB962C8B-B14F-4D97-AF65-F5344CB8AC3E}">
        <p14:creationId xmlns:p14="http://schemas.microsoft.com/office/powerpoint/2010/main" val="424086948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Title 1">
            <a:extLst>
              <a:ext uri="{FF2B5EF4-FFF2-40B4-BE49-F238E27FC236}">
                <a16:creationId xmlns="" xmlns:a16="http://schemas.microsoft.com/office/drawing/2014/main" id="{09140014-73D5-419B-8867-972BB18D52D4}"/>
              </a:ext>
            </a:extLst>
          </p:cNvPr>
          <p:cNvSpPr>
            <a:spLocks noGrp="1"/>
          </p:cNvSpPr>
          <p:nvPr>
            <p:ph type="title"/>
          </p:nvPr>
        </p:nvSpPr>
        <p:spPr>
          <a:xfrm>
            <a:off x="463272" y="0"/>
            <a:ext cx="6108700" cy="1997867"/>
          </a:xfrm>
        </p:spPr>
        <p:txBody>
          <a:bodyPr anchor="b"/>
          <a:lstStyle/>
          <a:p>
            <a:r>
              <a:rPr lang="en-US" dirty="0"/>
              <a:t>Implementation</a:t>
            </a:r>
          </a:p>
        </p:txBody>
      </p:sp>
      <p:sp>
        <p:nvSpPr>
          <p:cNvPr id="6" name="Text Placeholder 5">
            <a:extLst>
              <a:ext uri="{FF2B5EF4-FFF2-40B4-BE49-F238E27FC236}">
                <a16:creationId xmlns="" xmlns:a16="http://schemas.microsoft.com/office/drawing/2014/main" id="{D2E1CF79-4FDC-8CAF-CC16-E309A2C49758}"/>
              </a:ext>
            </a:extLst>
          </p:cNvPr>
          <p:cNvSpPr>
            <a:spLocks noGrp="1"/>
          </p:cNvSpPr>
          <p:nvPr>
            <p:ph type="body" idx="1"/>
          </p:nvPr>
        </p:nvSpPr>
        <p:spPr>
          <a:xfrm>
            <a:off x="463272" y="2127026"/>
            <a:ext cx="5733772" cy="448990"/>
          </a:xfrm>
        </p:spPr>
        <p:txBody>
          <a:bodyPr/>
          <a:lstStyle/>
          <a:p>
            <a:r>
              <a:rPr lang="en-US" dirty="0">
                <a:latin typeface="+mn-lt"/>
              </a:rPr>
              <a:t>Server</a:t>
            </a:r>
            <a:r>
              <a:rPr lang="en-US" dirty="0"/>
              <a:t> </a:t>
            </a:r>
            <a:r>
              <a:rPr lang="en-US" dirty="0">
                <a:latin typeface="+mn-lt"/>
              </a:rPr>
              <a:t>Setup</a:t>
            </a:r>
          </a:p>
        </p:txBody>
      </p:sp>
      <p:sp>
        <p:nvSpPr>
          <p:cNvPr id="9" name="Slide Number Placeholder 8">
            <a:extLst>
              <a:ext uri="{FF2B5EF4-FFF2-40B4-BE49-F238E27FC236}">
                <a16:creationId xmlns="" xmlns:a16="http://schemas.microsoft.com/office/drawing/2014/main" id="{C396FFDC-ADE8-4009-A466-A81787258E88}"/>
              </a:ext>
            </a:extLst>
          </p:cNvPr>
          <p:cNvSpPr>
            <a:spLocks noGrp="1"/>
          </p:cNvSpPr>
          <p:nvPr>
            <p:ph type="sldNum" sz="quarter" idx="12"/>
          </p:nvPr>
        </p:nvSpPr>
        <p:spPr/>
        <p:txBody>
          <a:bodyPr/>
          <a:lstStyle/>
          <a:p>
            <a:fld id="{A49DFD55-3C28-40EF-9E31-A92D2E4017FF}" type="slidenum">
              <a:rPr lang="en-US" smtClean="0"/>
              <a:pPr/>
              <a:t>11</a:t>
            </a:fld>
            <a:endParaRPr lang="en-US" dirty="0"/>
          </a:p>
        </p:txBody>
      </p:sp>
      <p:sp>
        <p:nvSpPr>
          <p:cNvPr id="3" name="TextBox 2">
            <a:extLst>
              <a:ext uri="{FF2B5EF4-FFF2-40B4-BE49-F238E27FC236}">
                <a16:creationId xmlns="" xmlns:a16="http://schemas.microsoft.com/office/drawing/2014/main" id="{2B3F8D92-D306-FC8A-A0E9-5D5188935B7E}"/>
              </a:ext>
            </a:extLst>
          </p:cNvPr>
          <p:cNvSpPr txBox="1"/>
          <p:nvPr/>
        </p:nvSpPr>
        <p:spPr>
          <a:xfrm>
            <a:off x="463272" y="2705175"/>
            <a:ext cx="6096000" cy="646331"/>
          </a:xfrm>
          <a:prstGeom prst="rect">
            <a:avLst/>
          </a:prstGeom>
          <a:noFill/>
        </p:spPr>
        <p:txBody>
          <a:bodyPr wrap="square">
            <a:spAutoFit/>
          </a:bodyPr>
          <a:lstStyle/>
          <a:p>
            <a:r>
              <a:rPr lang="en-US" b="1" dirty="0"/>
              <a:t>Artificial Intelligence</a:t>
            </a:r>
            <a:br>
              <a:rPr lang="en-US" b="1" dirty="0"/>
            </a:br>
            <a:r>
              <a:rPr lang="en-US" b="1" dirty="0"/>
              <a:t>  </a:t>
            </a:r>
          </a:p>
        </p:txBody>
      </p:sp>
      <p:sp>
        <p:nvSpPr>
          <p:cNvPr id="8" name="TextBox 7">
            <a:extLst>
              <a:ext uri="{FF2B5EF4-FFF2-40B4-BE49-F238E27FC236}">
                <a16:creationId xmlns="" xmlns:a16="http://schemas.microsoft.com/office/drawing/2014/main" id="{3B8DAEC1-0CFE-72F3-5105-070EF41F7D4D}"/>
              </a:ext>
            </a:extLst>
          </p:cNvPr>
          <p:cNvSpPr txBox="1"/>
          <p:nvPr/>
        </p:nvSpPr>
        <p:spPr>
          <a:xfrm>
            <a:off x="463272" y="3244334"/>
            <a:ext cx="6096000" cy="369332"/>
          </a:xfrm>
          <a:prstGeom prst="rect">
            <a:avLst/>
          </a:prstGeom>
          <a:noFill/>
        </p:spPr>
        <p:txBody>
          <a:bodyPr wrap="square">
            <a:spAutoFit/>
          </a:bodyPr>
          <a:lstStyle/>
          <a:p>
            <a:r>
              <a:rPr lang="en-US" b="1" dirty="0"/>
              <a:t>MongoDB</a:t>
            </a:r>
          </a:p>
        </p:txBody>
      </p:sp>
    </p:spTree>
    <p:extLst>
      <p:ext uri="{BB962C8B-B14F-4D97-AF65-F5344CB8AC3E}">
        <p14:creationId xmlns:p14="http://schemas.microsoft.com/office/powerpoint/2010/main" val="240357798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5" name="Content Placeholder 24" descr="A diagram of a computer process&#10;&#10;AI-generated content may be incorrect.">
            <a:extLst>
              <a:ext uri="{FF2B5EF4-FFF2-40B4-BE49-F238E27FC236}">
                <a16:creationId xmlns="" xmlns:a16="http://schemas.microsoft.com/office/drawing/2014/main" id="{A0A98DCA-F6AB-5BBA-098A-C54519928473}"/>
              </a:ext>
            </a:extLst>
          </p:cNvPr>
          <p:cNvPicPr>
            <a:picLocks noGrp="1" noChangeAspect="1"/>
          </p:cNvPicPr>
          <p:nvPr>
            <p:ph sz="half" idx="14"/>
          </p:nvPr>
        </p:nvPicPr>
        <p:blipFill>
          <a:blip r:embed="rId3"/>
          <a:stretch>
            <a:fillRect/>
          </a:stretch>
        </p:blipFill>
        <p:spPr>
          <a:xfrm>
            <a:off x="304800" y="827088"/>
            <a:ext cx="3759200" cy="5638800"/>
          </a:xfrm>
        </p:spPr>
      </p:pic>
      <p:sp>
        <p:nvSpPr>
          <p:cNvPr id="68" name="Slide Number Placeholder 67">
            <a:extLst>
              <a:ext uri="{FF2B5EF4-FFF2-40B4-BE49-F238E27FC236}">
                <a16:creationId xmlns="" xmlns:a16="http://schemas.microsoft.com/office/drawing/2014/main" id="{AA0ACADD-CC4E-851C-DA07-C22DB97FA23E}"/>
              </a:ext>
            </a:extLst>
          </p:cNvPr>
          <p:cNvSpPr>
            <a:spLocks noGrp="1"/>
          </p:cNvSpPr>
          <p:nvPr>
            <p:ph type="sldNum" sz="quarter" idx="13"/>
          </p:nvPr>
        </p:nvSpPr>
        <p:spPr/>
        <p:txBody>
          <a:bodyPr/>
          <a:lstStyle/>
          <a:p>
            <a:fld id="{A49DFD55-3C28-40EF-9E31-A92D2E4017FF}" type="slidenum">
              <a:rPr lang="en-US" smtClean="0"/>
              <a:pPr/>
              <a:t>12</a:t>
            </a:fld>
            <a:endParaRPr lang="en-US" dirty="0"/>
          </a:p>
        </p:txBody>
      </p:sp>
      <p:sp>
        <p:nvSpPr>
          <p:cNvPr id="18" name="TextBox 17">
            <a:extLst>
              <a:ext uri="{FF2B5EF4-FFF2-40B4-BE49-F238E27FC236}">
                <a16:creationId xmlns="" xmlns:a16="http://schemas.microsoft.com/office/drawing/2014/main" id="{4D6152BC-E771-36F9-1EE3-E42315D568D7}"/>
              </a:ext>
            </a:extLst>
          </p:cNvPr>
          <p:cNvSpPr txBox="1"/>
          <p:nvPr/>
        </p:nvSpPr>
        <p:spPr>
          <a:xfrm>
            <a:off x="1524000" y="207446"/>
            <a:ext cx="3289300" cy="369332"/>
          </a:xfrm>
          <a:prstGeom prst="rect">
            <a:avLst/>
          </a:prstGeom>
          <a:noFill/>
        </p:spPr>
        <p:txBody>
          <a:bodyPr wrap="square" rtlCol="0">
            <a:spAutoFit/>
          </a:bodyPr>
          <a:lstStyle/>
          <a:p>
            <a:r>
              <a:rPr lang="en-US" b="1" dirty="0"/>
              <a:t>Dataflow</a:t>
            </a:r>
          </a:p>
        </p:txBody>
      </p:sp>
      <p:sp>
        <p:nvSpPr>
          <p:cNvPr id="21" name="AutoShape 2">
            <a:extLst>
              <a:ext uri="{FF2B5EF4-FFF2-40B4-BE49-F238E27FC236}">
                <a16:creationId xmlns="" xmlns:a16="http://schemas.microsoft.com/office/drawing/2014/main" id="{474203DB-3EB2-A75B-D8E6-B531B6AD971A}"/>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2" name="AutoShape 4">
            <a:extLst>
              <a:ext uri="{FF2B5EF4-FFF2-40B4-BE49-F238E27FC236}">
                <a16:creationId xmlns="" xmlns:a16="http://schemas.microsoft.com/office/drawing/2014/main" id="{F2D58AD2-F5B2-57A6-F9FA-8A8A516626AD}"/>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3" name="AutoShape 6">
            <a:extLst>
              <a:ext uri="{FF2B5EF4-FFF2-40B4-BE49-F238E27FC236}">
                <a16:creationId xmlns="" xmlns:a16="http://schemas.microsoft.com/office/drawing/2014/main" id="{230E5C56-5B6B-3BF8-8AEC-2D7C6FA0339C}"/>
              </a:ext>
            </a:extLst>
          </p:cNvPr>
          <p:cNvSpPr>
            <a:spLocks noChangeAspect="1" noChangeArrowheads="1"/>
          </p:cNvSpPr>
          <p:nvPr/>
        </p:nvSpPr>
        <p:spPr bwMode="auto">
          <a:xfrm>
            <a:off x="6248400" y="3581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7" name="Picture 26">
            <a:extLst>
              <a:ext uri="{FF2B5EF4-FFF2-40B4-BE49-F238E27FC236}">
                <a16:creationId xmlns="" xmlns:a16="http://schemas.microsoft.com/office/drawing/2014/main" id="{0A7C6A15-CC01-E972-9599-D0CE25F88D35}"/>
              </a:ext>
            </a:extLst>
          </p:cNvPr>
          <p:cNvPicPr>
            <a:picLocks noChangeAspect="1"/>
          </p:cNvPicPr>
          <p:nvPr/>
        </p:nvPicPr>
        <p:blipFill>
          <a:blip r:embed="rId4"/>
          <a:stretch>
            <a:fillRect/>
          </a:stretch>
        </p:blipFill>
        <p:spPr>
          <a:xfrm>
            <a:off x="6553200" y="0"/>
            <a:ext cx="5638800" cy="6858000"/>
          </a:xfrm>
          <a:prstGeom prst="rect">
            <a:avLst/>
          </a:prstGeom>
        </p:spPr>
      </p:pic>
    </p:spTree>
    <p:extLst>
      <p:ext uri="{BB962C8B-B14F-4D97-AF65-F5344CB8AC3E}">
        <p14:creationId xmlns:p14="http://schemas.microsoft.com/office/powerpoint/2010/main" val="63692980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 xmlns:a16="http://schemas.microsoft.com/office/drawing/2014/main" id="{3C213ADA-8868-B83A-37B0-86582D38B444}"/>
            </a:ext>
          </a:extLst>
        </p:cNvPr>
        <p:cNvGrpSpPr/>
        <p:nvPr/>
      </p:nvGrpSpPr>
      <p:grpSpPr>
        <a:xfrm>
          <a:off x="0" y="0"/>
          <a:ext cx="0" cy="0"/>
          <a:chOff x="0" y="0"/>
          <a:chExt cx="0" cy="0"/>
        </a:xfrm>
      </p:grpSpPr>
      <p:sp>
        <p:nvSpPr>
          <p:cNvPr id="17" name="Title 1">
            <a:extLst>
              <a:ext uri="{FF2B5EF4-FFF2-40B4-BE49-F238E27FC236}">
                <a16:creationId xmlns="" xmlns:a16="http://schemas.microsoft.com/office/drawing/2014/main" id="{52031866-7C39-F78B-0BEC-95CC7FCC5F1E}"/>
              </a:ext>
            </a:extLst>
          </p:cNvPr>
          <p:cNvSpPr>
            <a:spLocks noGrp="1"/>
          </p:cNvSpPr>
          <p:nvPr>
            <p:ph type="title"/>
          </p:nvPr>
        </p:nvSpPr>
        <p:spPr>
          <a:xfrm>
            <a:off x="463272" y="-514017"/>
            <a:ext cx="5480328" cy="1664990"/>
          </a:xfrm>
        </p:spPr>
        <p:txBody>
          <a:bodyPr anchor="b"/>
          <a:lstStyle/>
          <a:p>
            <a:r>
              <a:rPr lang="en-US" dirty="0"/>
              <a:t>Artificial Intelligence</a:t>
            </a:r>
            <a:br>
              <a:rPr lang="en-US" dirty="0"/>
            </a:br>
            <a:r>
              <a:rPr lang="en-US" dirty="0"/>
              <a:t> </a:t>
            </a:r>
          </a:p>
        </p:txBody>
      </p:sp>
      <p:sp>
        <p:nvSpPr>
          <p:cNvPr id="6" name="Text Placeholder 5">
            <a:extLst>
              <a:ext uri="{FF2B5EF4-FFF2-40B4-BE49-F238E27FC236}">
                <a16:creationId xmlns="" xmlns:a16="http://schemas.microsoft.com/office/drawing/2014/main" id="{4DBABCC9-5A12-F594-C0D4-0FED27C094FA}"/>
              </a:ext>
            </a:extLst>
          </p:cNvPr>
          <p:cNvSpPr>
            <a:spLocks noGrp="1"/>
          </p:cNvSpPr>
          <p:nvPr>
            <p:ph type="body" idx="1"/>
          </p:nvPr>
        </p:nvSpPr>
        <p:spPr>
          <a:xfrm>
            <a:off x="463272" y="4662455"/>
            <a:ext cx="5733772" cy="448990"/>
          </a:xfrm>
        </p:spPr>
        <p:txBody>
          <a:bodyPr/>
          <a:lstStyle/>
          <a:p>
            <a:r>
              <a:rPr lang="en-US" dirty="0"/>
              <a:t>Why Gemini 2.5 Flash</a:t>
            </a:r>
          </a:p>
          <a:p>
            <a:endParaRPr lang="en-US" dirty="0"/>
          </a:p>
        </p:txBody>
      </p:sp>
      <p:sp>
        <p:nvSpPr>
          <p:cNvPr id="35" name="Content Placeholder 34">
            <a:extLst>
              <a:ext uri="{FF2B5EF4-FFF2-40B4-BE49-F238E27FC236}">
                <a16:creationId xmlns="" xmlns:a16="http://schemas.microsoft.com/office/drawing/2014/main" id="{03A1A5BC-FF0F-3EB4-7397-AC01ADDFE287}"/>
              </a:ext>
            </a:extLst>
          </p:cNvPr>
          <p:cNvSpPr>
            <a:spLocks noGrp="1"/>
          </p:cNvSpPr>
          <p:nvPr>
            <p:ph sz="half" idx="2"/>
          </p:nvPr>
        </p:nvSpPr>
        <p:spPr>
          <a:xfrm>
            <a:off x="838200" y="5111445"/>
            <a:ext cx="3943627" cy="3032733"/>
          </a:xfrm>
        </p:spPr>
        <p:txBody>
          <a:bodyPr>
            <a:normAutofit/>
          </a:bodyPr>
          <a:lstStyle/>
          <a:p>
            <a:r>
              <a:rPr lang="en-US" dirty="0"/>
              <a:t>Low latency </a:t>
            </a:r>
          </a:p>
          <a:p>
            <a:r>
              <a:rPr lang="en-US" dirty="0"/>
              <a:t>Lower cost</a:t>
            </a:r>
          </a:p>
          <a:p>
            <a:r>
              <a:rPr lang="en-US" dirty="0"/>
              <a:t>For agentic use cases </a:t>
            </a:r>
          </a:p>
          <a:p>
            <a:r>
              <a:rPr lang="en-US" dirty="0"/>
              <a:t>High performance</a:t>
            </a:r>
          </a:p>
        </p:txBody>
      </p:sp>
      <p:sp>
        <p:nvSpPr>
          <p:cNvPr id="34" name="Text Placeholder 33">
            <a:extLst>
              <a:ext uri="{FF2B5EF4-FFF2-40B4-BE49-F238E27FC236}">
                <a16:creationId xmlns="" xmlns:a16="http://schemas.microsoft.com/office/drawing/2014/main" id="{E0B31F30-002D-2932-634F-570FE8B5B471}"/>
              </a:ext>
            </a:extLst>
          </p:cNvPr>
          <p:cNvSpPr>
            <a:spLocks noGrp="1"/>
          </p:cNvSpPr>
          <p:nvPr>
            <p:ph type="body" sz="quarter" idx="3"/>
          </p:nvPr>
        </p:nvSpPr>
        <p:spPr/>
        <p:txBody>
          <a:bodyPr/>
          <a:lstStyle/>
          <a:p>
            <a:r>
              <a:rPr lang="en-US" dirty="0"/>
              <a:t> </a:t>
            </a:r>
          </a:p>
        </p:txBody>
      </p:sp>
      <p:sp>
        <p:nvSpPr>
          <p:cNvPr id="9" name="Slide Number Placeholder 8">
            <a:extLst>
              <a:ext uri="{FF2B5EF4-FFF2-40B4-BE49-F238E27FC236}">
                <a16:creationId xmlns="" xmlns:a16="http://schemas.microsoft.com/office/drawing/2014/main" id="{574B7623-34BA-C64B-6B0D-47A31B63FB49}"/>
              </a:ext>
            </a:extLst>
          </p:cNvPr>
          <p:cNvSpPr>
            <a:spLocks noGrp="1"/>
          </p:cNvSpPr>
          <p:nvPr>
            <p:ph type="sldNum" sz="quarter" idx="12"/>
          </p:nvPr>
        </p:nvSpPr>
        <p:spPr/>
        <p:txBody>
          <a:bodyPr/>
          <a:lstStyle/>
          <a:p>
            <a:fld id="{A49DFD55-3C28-40EF-9E31-A92D2E4017FF}" type="slidenum">
              <a:rPr lang="en-US" smtClean="0"/>
              <a:pPr/>
              <a:t>13</a:t>
            </a:fld>
            <a:endParaRPr lang="en-US" dirty="0"/>
          </a:p>
        </p:txBody>
      </p:sp>
      <p:sp>
        <p:nvSpPr>
          <p:cNvPr id="10" name="TextBox 9">
            <a:extLst>
              <a:ext uri="{FF2B5EF4-FFF2-40B4-BE49-F238E27FC236}">
                <a16:creationId xmlns="" xmlns:a16="http://schemas.microsoft.com/office/drawing/2014/main" id="{226532C4-EE00-9E66-6CBF-ABDC1BC9F94E}"/>
              </a:ext>
            </a:extLst>
          </p:cNvPr>
          <p:cNvSpPr txBox="1"/>
          <p:nvPr/>
        </p:nvSpPr>
        <p:spPr>
          <a:xfrm>
            <a:off x="463272" y="936748"/>
            <a:ext cx="6096000" cy="3139321"/>
          </a:xfrm>
          <a:prstGeom prst="rect">
            <a:avLst/>
          </a:prstGeom>
          <a:noFill/>
        </p:spPr>
        <p:txBody>
          <a:bodyPr wrap="square">
            <a:spAutoFit/>
          </a:bodyPr>
          <a:lstStyle/>
          <a:p>
            <a:r>
              <a:rPr lang="en-US" dirty="0"/>
              <a:t>By handling digital documents like PDFs, Artificial Intelligence (AI) is becoming a revolutionary technology.</a:t>
            </a:r>
          </a:p>
          <a:p>
            <a:endParaRPr lang="en-US" dirty="0"/>
          </a:p>
          <a:p>
            <a:r>
              <a:rPr lang="en-US" dirty="0"/>
              <a:t>AI plays an important part in structuring and categorizing PDFs.</a:t>
            </a:r>
          </a:p>
          <a:p>
            <a:endParaRPr lang="en-US" dirty="0"/>
          </a:p>
          <a:p>
            <a:r>
              <a:rPr lang="en-US" dirty="0"/>
              <a:t>Thousands of files with many different formats find in large organizations. </a:t>
            </a:r>
          </a:p>
          <a:p>
            <a:endParaRPr lang="en-US" dirty="0"/>
          </a:p>
          <a:p>
            <a:r>
              <a:rPr lang="en-US" dirty="0"/>
              <a:t>Which is very difficult to organize. AI systems can be used to characterize PDFs automatically based on their subject. </a:t>
            </a:r>
          </a:p>
        </p:txBody>
      </p:sp>
    </p:spTree>
    <p:extLst>
      <p:ext uri="{BB962C8B-B14F-4D97-AF65-F5344CB8AC3E}">
        <p14:creationId xmlns:p14="http://schemas.microsoft.com/office/powerpoint/2010/main" val="247114880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Slide Number Placeholder 6">
            <a:extLst>
              <a:ext uri="{FF2B5EF4-FFF2-40B4-BE49-F238E27FC236}">
                <a16:creationId xmlns="" xmlns:a16="http://schemas.microsoft.com/office/drawing/2014/main" id="{B2129822-DE22-9997-FCD5-EB6ABC978A46}"/>
              </a:ext>
            </a:extLst>
          </p:cNvPr>
          <p:cNvSpPr>
            <a:spLocks noGrp="1"/>
          </p:cNvSpPr>
          <p:nvPr>
            <p:ph type="sldNum" sz="quarter" idx="12"/>
          </p:nvPr>
        </p:nvSpPr>
        <p:spPr/>
        <p:txBody>
          <a:bodyPr/>
          <a:lstStyle/>
          <a:p>
            <a:fld id="{A49DFD55-3C28-40EF-9E31-A92D2E4017FF}" type="slidenum">
              <a:rPr lang="en-US" smtClean="0"/>
              <a:pPr/>
              <a:t>14</a:t>
            </a:fld>
            <a:endParaRPr lang="en-US" dirty="0"/>
          </a:p>
        </p:txBody>
      </p:sp>
      <p:sp>
        <p:nvSpPr>
          <p:cNvPr id="9" name="TextBox 8">
            <a:extLst>
              <a:ext uri="{FF2B5EF4-FFF2-40B4-BE49-F238E27FC236}">
                <a16:creationId xmlns="" xmlns:a16="http://schemas.microsoft.com/office/drawing/2014/main" id="{E657E622-BC4F-DB28-A8B5-3706FBA35923}"/>
              </a:ext>
            </a:extLst>
          </p:cNvPr>
          <p:cNvSpPr txBox="1"/>
          <p:nvPr/>
        </p:nvSpPr>
        <p:spPr>
          <a:xfrm>
            <a:off x="571500" y="488434"/>
            <a:ext cx="6502400" cy="369332"/>
          </a:xfrm>
          <a:prstGeom prst="rect">
            <a:avLst/>
          </a:prstGeom>
          <a:noFill/>
        </p:spPr>
        <p:txBody>
          <a:bodyPr wrap="square">
            <a:spAutoFit/>
          </a:bodyPr>
          <a:lstStyle/>
          <a:p>
            <a:r>
              <a:rPr lang="en-US" b="1" dirty="0"/>
              <a:t>MongoDB Database</a:t>
            </a:r>
          </a:p>
        </p:txBody>
      </p:sp>
      <p:sp>
        <p:nvSpPr>
          <p:cNvPr id="11" name="TextBox 10">
            <a:extLst>
              <a:ext uri="{FF2B5EF4-FFF2-40B4-BE49-F238E27FC236}">
                <a16:creationId xmlns="" xmlns:a16="http://schemas.microsoft.com/office/drawing/2014/main" id="{9E719DF0-3DDB-008B-0520-77C71DAD684C}"/>
              </a:ext>
            </a:extLst>
          </p:cNvPr>
          <p:cNvSpPr txBox="1"/>
          <p:nvPr/>
        </p:nvSpPr>
        <p:spPr>
          <a:xfrm>
            <a:off x="571500" y="1586637"/>
            <a:ext cx="6096000" cy="1477328"/>
          </a:xfrm>
          <a:prstGeom prst="rect">
            <a:avLst/>
          </a:prstGeom>
          <a:noFill/>
        </p:spPr>
        <p:txBody>
          <a:bodyPr wrap="square">
            <a:spAutoFit/>
          </a:bodyPr>
          <a:lstStyle/>
          <a:p>
            <a:r>
              <a:rPr lang="en-US" dirty="0"/>
              <a:t>MongoDB Atlas used in this project as a database. </a:t>
            </a:r>
          </a:p>
          <a:p>
            <a:endParaRPr lang="en-US" dirty="0"/>
          </a:p>
          <a:p>
            <a:pPr marL="285750" indent="-285750">
              <a:buFont typeface="Arial" panose="020B0604020202020204" pitchFamily="34" charset="0"/>
              <a:buChar char="•"/>
            </a:pPr>
            <a:r>
              <a:rPr lang="en-US" dirty="0"/>
              <a:t>Simple way of deployment</a:t>
            </a:r>
          </a:p>
          <a:p>
            <a:pPr marL="285750" indent="-285750">
              <a:buFont typeface="Arial" panose="020B0604020202020204" pitchFamily="34" charset="0"/>
              <a:buChar char="•"/>
            </a:pPr>
            <a:r>
              <a:rPr lang="en-US" dirty="0"/>
              <a:t>Easily manageable database</a:t>
            </a:r>
          </a:p>
          <a:p>
            <a:pPr marL="285750" indent="-285750">
              <a:buFont typeface="Arial" panose="020B0604020202020204" pitchFamily="34" charset="0"/>
              <a:buChar char="•"/>
            </a:pPr>
            <a:r>
              <a:rPr lang="en-US" dirty="0"/>
              <a:t>Highly scalable</a:t>
            </a:r>
          </a:p>
        </p:txBody>
      </p:sp>
      <p:sp>
        <p:nvSpPr>
          <p:cNvPr id="13" name="TextBox 12">
            <a:extLst>
              <a:ext uri="{FF2B5EF4-FFF2-40B4-BE49-F238E27FC236}">
                <a16:creationId xmlns="" xmlns:a16="http://schemas.microsoft.com/office/drawing/2014/main" id="{BD6E7627-FF0B-036B-0F93-DF8D3AD1FA9A}"/>
              </a:ext>
            </a:extLst>
          </p:cNvPr>
          <p:cNvSpPr txBox="1"/>
          <p:nvPr/>
        </p:nvSpPr>
        <p:spPr>
          <a:xfrm>
            <a:off x="571500" y="3792836"/>
            <a:ext cx="6096000" cy="923330"/>
          </a:xfrm>
          <a:prstGeom prst="rect">
            <a:avLst/>
          </a:prstGeom>
          <a:noFill/>
        </p:spPr>
        <p:txBody>
          <a:bodyPr wrap="square">
            <a:spAutoFit/>
          </a:bodyPr>
          <a:lstStyle/>
          <a:p>
            <a:r>
              <a:rPr lang="en-US" i="0" dirty="0">
                <a:effectLst/>
                <a:latin typeface="Euclid Circular A"/>
              </a:rPr>
              <a:t>MongoDB simplifies data management with its intuitive document model, mapping unique objects to distinct documents.</a:t>
            </a:r>
            <a:endParaRPr lang="en-US" dirty="0"/>
          </a:p>
        </p:txBody>
      </p:sp>
    </p:spTree>
    <p:extLst>
      <p:ext uri="{BB962C8B-B14F-4D97-AF65-F5344CB8AC3E}">
        <p14:creationId xmlns:p14="http://schemas.microsoft.com/office/powerpoint/2010/main" val="391593013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 xmlns:a16="http://schemas.microsoft.com/office/drawing/2014/main" id="{AB1EE34A-1D2F-BCBB-E76B-27EACDDB17A1}"/>
              </a:ext>
            </a:extLst>
          </p:cNvPr>
          <p:cNvSpPr>
            <a:spLocks noGrp="1"/>
          </p:cNvSpPr>
          <p:nvPr>
            <p:ph type="sldNum" sz="quarter" idx="12"/>
          </p:nvPr>
        </p:nvSpPr>
        <p:spPr/>
        <p:txBody>
          <a:bodyPr/>
          <a:lstStyle/>
          <a:p>
            <a:fld id="{A49DFD55-3C28-40EF-9E31-A92D2E4017FF}" type="slidenum">
              <a:rPr lang="en-US" smtClean="0"/>
              <a:pPr/>
              <a:t>15</a:t>
            </a:fld>
            <a:endParaRPr lang="en-US" dirty="0"/>
          </a:p>
        </p:txBody>
      </p:sp>
      <p:pic>
        <p:nvPicPr>
          <p:cNvPr id="7" name="Picture 6" descr="A screenshot of a computer&#10;&#10;AI-generated content may be incorrect.">
            <a:extLst>
              <a:ext uri="{FF2B5EF4-FFF2-40B4-BE49-F238E27FC236}">
                <a16:creationId xmlns="" xmlns:a16="http://schemas.microsoft.com/office/drawing/2014/main" id="{0F58CAC2-A330-97CB-ED0A-1A1964A1B9B3}"/>
              </a:ext>
            </a:extLst>
          </p:cNvPr>
          <p:cNvPicPr>
            <a:picLocks noChangeAspect="1"/>
          </p:cNvPicPr>
          <p:nvPr/>
        </p:nvPicPr>
        <p:blipFill>
          <a:blip r:embed="rId2"/>
          <a:stretch>
            <a:fillRect/>
          </a:stretch>
        </p:blipFill>
        <p:spPr>
          <a:xfrm>
            <a:off x="853361" y="993026"/>
            <a:ext cx="10507541" cy="5363323"/>
          </a:xfrm>
          <a:prstGeom prst="rect">
            <a:avLst/>
          </a:prstGeom>
        </p:spPr>
      </p:pic>
      <p:sp>
        <p:nvSpPr>
          <p:cNvPr id="8" name="TextBox 7">
            <a:extLst>
              <a:ext uri="{FF2B5EF4-FFF2-40B4-BE49-F238E27FC236}">
                <a16:creationId xmlns="" xmlns:a16="http://schemas.microsoft.com/office/drawing/2014/main" id="{61C24C9C-1366-6430-D753-CBE23996D4AF}"/>
              </a:ext>
            </a:extLst>
          </p:cNvPr>
          <p:cNvSpPr txBox="1"/>
          <p:nvPr/>
        </p:nvSpPr>
        <p:spPr>
          <a:xfrm>
            <a:off x="4521200" y="258569"/>
            <a:ext cx="4267200" cy="369332"/>
          </a:xfrm>
          <a:prstGeom prst="rect">
            <a:avLst/>
          </a:prstGeom>
          <a:noFill/>
        </p:spPr>
        <p:txBody>
          <a:bodyPr wrap="square" rtlCol="0">
            <a:spAutoFit/>
          </a:bodyPr>
          <a:lstStyle/>
          <a:p>
            <a:r>
              <a:rPr lang="en-US" dirty="0"/>
              <a:t>MongoDB Database</a:t>
            </a:r>
          </a:p>
        </p:txBody>
      </p:sp>
    </p:spTree>
    <p:extLst>
      <p:ext uri="{BB962C8B-B14F-4D97-AF65-F5344CB8AC3E}">
        <p14:creationId xmlns:p14="http://schemas.microsoft.com/office/powerpoint/2010/main" val="339024540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 xmlns:a16="http://schemas.microsoft.com/office/drawing/2014/main" id="{611CA3B5-C926-B93E-9709-4EAA5897B50F}"/>
              </a:ext>
            </a:extLst>
          </p:cNvPr>
          <p:cNvSpPr>
            <a:spLocks noGrp="1"/>
          </p:cNvSpPr>
          <p:nvPr>
            <p:ph type="sldNum" sz="quarter" idx="12"/>
          </p:nvPr>
        </p:nvSpPr>
        <p:spPr/>
        <p:txBody>
          <a:bodyPr/>
          <a:lstStyle/>
          <a:p>
            <a:fld id="{A49DFD55-3C28-40EF-9E31-A92D2E4017FF}" type="slidenum">
              <a:rPr lang="en-US" smtClean="0"/>
              <a:pPr/>
              <a:t>16</a:t>
            </a:fld>
            <a:endParaRPr lang="en-US" dirty="0"/>
          </a:p>
        </p:txBody>
      </p:sp>
      <p:pic>
        <p:nvPicPr>
          <p:cNvPr id="7" name="Picture 6" descr="A screenshot of a computer&#10;&#10;AI-generated content may be incorrect.">
            <a:extLst>
              <a:ext uri="{FF2B5EF4-FFF2-40B4-BE49-F238E27FC236}">
                <a16:creationId xmlns="" xmlns:a16="http://schemas.microsoft.com/office/drawing/2014/main" id="{D8193D01-7217-4F19-59CF-D432797E5A0F}"/>
              </a:ext>
            </a:extLst>
          </p:cNvPr>
          <p:cNvPicPr>
            <a:picLocks noChangeAspect="1"/>
          </p:cNvPicPr>
          <p:nvPr/>
        </p:nvPicPr>
        <p:blipFill>
          <a:blip r:embed="rId2"/>
          <a:stretch>
            <a:fillRect/>
          </a:stretch>
        </p:blipFill>
        <p:spPr>
          <a:xfrm>
            <a:off x="1660611" y="744005"/>
            <a:ext cx="8905789" cy="5483790"/>
          </a:xfrm>
          <a:prstGeom prst="rect">
            <a:avLst/>
          </a:prstGeom>
        </p:spPr>
      </p:pic>
      <p:sp>
        <p:nvSpPr>
          <p:cNvPr id="9" name="TextBox 8">
            <a:extLst>
              <a:ext uri="{FF2B5EF4-FFF2-40B4-BE49-F238E27FC236}">
                <a16:creationId xmlns="" xmlns:a16="http://schemas.microsoft.com/office/drawing/2014/main" id="{2E654D2A-74FD-B632-0AAD-94D7BA772825}"/>
              </a:ext>
            </a:extLst>
          </p:cNvPr>
          <p:cNvSpPr txBox="1"/>
          <p:nvPr/>
        </p:nvSpPr>
        <p:spPr>
          <a:xfrm>
            <a:off x="4470400" y="136526"/>
            <a:ext cx="6096000" cy="369332"/>
          </a:xfrm>
          <a:prstGeom prst="rect">
            <a:avLst/>
          </a:prstGeom>
          <a:noFill/>
        </p:spPr>
        <p:txBody>
          <a:bodyPr wrap="square">
            <a:spAutoFit/>
          </a:bodyPr>
          <a:lstStyle/>
          <a:p>
            <a:r>
              <a:rPr lang="en-US" dirty="0"/>
              <a:t>MongoDB Database</a:t>
            </a:r>
          </a:p>
        </p:txBody>
      </p:sp>
    </p:spTree>
    <p:extLst>
      <p:ext uri="{BB962C8B-B14F-4D97-AF65-F5344CB8AC3E}">
        <p14:creationId xmlns:p14="http://schemas.microsoft.com/office/powerpoint/2010/main" val="338730711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 xmlns:a16="http://schemas.microsoft.com/office/drawing/2014/main" id="{CC73C686-B035-9C94-5FE0-1BA3330650D1}"/>
              </a:ext>
            </a:extLst>
          </p:cNvPr>
          <p:cNvSpPr>
            <a:spLocks noGrp="1"/>
          </p:cNvSpPr>
          <p:nvPr>
            <p:ph type="sldNum" sz="quarter" idx="12"/>
          </p:nvPr>
        </p:nvSpPr>
        <p:spPr/>
        <p:txBody>
          <a:bodyPr/>
          <a:lstStyle/>
          <a:p>
            <a:fld id="{A49DFD55-3C28-40EF-9E31-A92D2E4017FF}" type="slidenum">
              <a:rPr lang="en-US" smtClean="0"/>
              <a:pPr/>
              <a:t>17</a:t>
            </a:fld>
            <a:endParaRPr lang="en-US" dirty="0"/>
          </a:p>
        </p:txBody>
      </p:sp>
      <p:pic>
        <p:nvPicPr>
          <p:cNvPr id="7" name="Picture 6" descr="A screenshot of a computer&#10;&#10;AI-generated content may be incorrect.">
            <a:extLst>
              <a:ext uri="{FF2B5EF4-FFF2-40B4-BE49-F238E27FC236}">
                <a16:creationId xmlns="" xmlns:a16="http://schemas.microsoft.com/office/drawing/2014/main" id="{0B862571-2867-D410-E7D0-E7A5AE6F9008}"/>
              </a:ext>
            </a:extLst>
          </p:cNvPr>
          <p:cNvPicPr>
            <a:picLocks noChangeAspect="1"/>
          </p:cNvPicPr>
          <p:nvPr/>
        </p:nvPicPr>
        <p:blipFill>
          <a:blip r:embed="rId3"/>
          <a:stretch>
            <a:fillRect/>
          </a:stretch>
        </p:blipFill>
        <p:spPr>
          <a:xfrm>
            <a:off x="1198125" y="711200"/>
            <a:ext cx="10494593" cy="5823383"/>
          </a:xfrm>
          <a:prstGeom prst="rect">
            <a:avLst/>
          </a:prstGeom>
        </p:spPr>
      </p:pic>
      <p:sp>
        <p:nvSpPr>
          <p:cNvPr id="9" name="TextBox 8">
            <a:extLst>
              <a:ext uri="{FF2B5EF4-FFF2-40B4-BE49-F238E27FC236}">
                <a16:creationId xmlns="" xmlns:a16="http://schemas.microsoft.com/office/drawing/2014/main" id="{74922EE8-98B8-AB91-985F-23BE17D3F391}"/>
              </a:ext>
            </a:extLst>
          </p:cNvPr>
          <p:cNvSpPr txBox="1"/>
          <p:nvPr/>
        </p:nvSpPr>
        <p:spPr>
          <a:xfrm>
            <a:off x="4470400" y="154977"/>
            <a:ext cx="6096000" cy="369332"/>
          </a:xfrm>
          <a:prstGeom prst="rect">
            <a:avLst/>
          </a:prstGeom>
          <a:noFill/>
        </p:spPr>
        <p:txBody>
          <a:bodyPr wrap="square">
            <a:spAutoFit/>
          </a:bodyPr>
          <a:lstStyle/>
          <a:p>
            <a:r>
              <a:rPr lang="en-US" dirty="0"/>
              <a:t>MongoDB Database</a:t>
            </a:r>
          </a:p>
        </p:txBody>
      </p:sp>
    </p:spTree>
    <p:extLst>
      <p:ext uri="{BB962C8B-B14F-4D97-AF65-F5344CB8AC3E}">
        <p14:creationId xmlns:p14="http://schemas.microsoft.com/office/powerpoint/2010/main" val="67151868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 xmlns:a16="http://schemas.microsoft.com/office/drawing/2014/main" id="{4C127D99-645F-4FCF-9573-FDFE2A344FA9}"/>
              </a:ext>
            </a:extLst>
          </p:cNvPr>
          <p:cNvSpPr>
            <a:spLocks noGrp="1"/>
          </p:cNvSpPr>
          <p:nvPr>
            <p:ph type="sldNum" sz="quarter" idx="12"/>
          </p:nvPr>
        </p:nvSpPr>
        <p:spPr/>
        <p:txBody>
          <a:bodyPr/>
          <a:lstStyle/>
          <a:p>
            <a:fld id="{A49DFD55-3C28-40EF-9E31-A92D2E4017FF}" type="slidenum">
              <a:rPr lang="en-US" smtClean="0"/>
              <a:pPr/>
              <a:t>18</a:t>
            </a:fld>
            <a:endParaRPr lang="en-US" dirty="0"/>
          </a:p>
        </p:txBody>
      </p:sp>
      <p:pic>
        <p:nvPicPr>
          <p:cNvPr id="5" name="Picture 4">
            <a:extLst>
              <a:ext uri="{FF2B5EF4-FFF2-40B4-BE49-F238E27FC236}">
                <a16:creationId xmlns="" xmlns:a16="http://schemas.microsoft.com/office/drawing/2014/main" id="{7C536FA6-CEB5-463F-B3F0-A1F61B6D93E9}"/>
              </a:ext>
            </a:extLst>
          </p:cNvPr>
          <p:cNvPicPr>
            <a:picLocks noChangeAspect="1"/>
          </p:cNvPicPr>
          <p:nvPr/>
        </p:nvPicPr>
        <p:blipFill>
          <a:blip r:embed="rId3">
            <a:extLst>
              <a:ext uri="{BEBA8EAE-BF5A-486C-A8C5-ECC9F3942E4B}">
                <a14:imgProps xmlns:a14="http://schemas.microsoft.com/office/drawing/2010/main">
                  <a14:imgLayer r:embed="rId4">
                    <a14:imgEffect>
                      <a14:colorTemperature colorTemp="4700"/>
                    </a14:imgEffect>
                    <a14:imgEffect>
                      <a14:saturation sat="0"/>
                    </a14:imgEffect>
                  </a14:imgLayer>
                </a14:imgProps>
              </a:ext>
            </a:extLst>
          </a:blip>
          <a:stretch>
            <a:fillRect/>
          </a:stretch>
        </p:blipFill>
        <p:spPr>
          <a:xfrm>
            <a:off x="3657600" y="657161"/>
            <a:ext cx="4981538" cy="6200840"/>
          </a:xfrm>
          <a:prstGeom prst="rect">
            <a:avLst/>
          </a:prstGeom>
        </p:spPr>
      </p:pic>
      <p:sp>
        <p:nvSpPr>
          <p:cNvPr id="8" name="TextBox 7">
            <a:extLst>
              <a:ext uri="{FF2B5EF4-FFF2-40B4-BE49-F238E27FC236}">
                <a16:creationId xmlns="" xmlns:a16="http://schemas.microsoft.com/office/drawing/2014/main" id="{1039B061-4B53-A950-37BB-2724CB61B059}"/>
              </a:ext>
            </a:extLst>
          </p:cNvPr>
          <p:cNvSpPr txBox="1"/>
          <p:nvPr/>
        </p:nvSpPr>
        <p:spPr>
          <a:xfrm>
            <a:off x="4370613" y="136525"/>
            <a:ext cx="6096000" cy="523220"/>
          </a:xfrm>
          <a:prstGeom prst="rect">
            <a:avLst/>
          </a:prstGeom>
          <a:noFill/>
        </p:spPr>
        <p:txBody>
          <a:bodyPr wrap="square">
            <a:spAutoFit/>
          </a:bodyPr>
          <a:lstStyle/>
          <a:p>
            <a:r>
              <a:rPr lang="en-US" sz="2800" dirty="0"/>
              <a:t>Backend file structure </a:t>
            </a:r>
          </a:p>
        </p:txBody>
      </p:sp>
    </p:spTree>
    <p:extLst>
      <p:ext uri="{BB962C8B-B14F-4D97-AF65-F5344CB8AC3E}">
        <p14:creationId xmlns:p14="http://schemas.microsoft.com/office/powerpoint/2010/main" val="196978756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029B305-7785-9C77-C26D-C1601D1C7A84}"/>
              </a:ext>
            </a:extLst>
          </p:cNvPr>
          <p:cNvSpPr>
            <a:spLocks noGrp="1"/>
          </p:cNvSpPr>
          <p:nvPr>
            <p:ph type="ctrTitle"/>
          </p:nvPr>
        </p:nvSpPr>
        <p:spPr>
          <a:xfrm>
            <a:off x="3530600" y="-145331"/>
            <a:ext cx="4179570" cy="1524735"/>
          </a:xfrm>
        </p:spPr>
        <p:txBody>
          <a:bodyPr/>
          <a:lstStyle/>
          <a:p>
            <a:r>
              <a:rPr lang="en-US" dirty="0"/>
              <a:t>Frontend</a:t>
            </a:r>
          </a:p>
        </p:txBody>
      </p:sp>
      <p:sp>
        <p:nvSpPr>
          <p:cNvPr id="3" name="Subtitle 2">
            <a:extLst>
              <a:ext uri="{FF2B5EF4-FFF2-40B4-BE49-F238E27FC236}">
                <a16:creationId xmlns="" xmlns:a16="http://schemas.microsoft.com/office/drawing/2014/main" id="{34BB654E-0A43-B058-62B1-FDF906FAEE05}"/>
              </a:ext>
            </a:extLst>
          </p:cNvPr>
          <p:cNvSpPr>
            <a:spLocks noGrp="1"/>
          </p:cNvSpPr>
          <p:nvPr>
            <p:ph type="subTitle" idx="1"/>
          </p:nvPr>
        </p:nvSpPr>
        <p:spPr>
          <a:xfrm>
            <a:off x="3530600" y="1777603"/>
            <a:ext cx="4179570" cy="2850181"/>
          </a:xfrm>
        </p:spPr>
        <p:txBody>
          <a:bodyPr/>
          <a:lstStyle/>
          <a:p>
            <a:pPr marL="342900" indent="-342900" algn="l">
              <a:buFont typeface="Arial" panose="020B0604020202020204" pitchFamily="34" charset="0"/>
              <a:buChar char="•"/>
            </a:pPr>
            <a:r>
              <a:rPr lang="en-US" dirty="0"/>
              <a:t>In frontend, the React library is used</a:t>
            </a:r>
            <a:r>
              <a:rPr lang="en-US" dirty="0" smtClean="0"/>
              <a:t>.</a:t>
            </a:r>
            <a:endParaRPr lang="en-US" dirty="0"/>
          </a:p>
          <a:p>
            <a:pPr marL="342900" indent="-342900" algn="l">
              <a:buFont typeface="Arial" panose="020B0604020202020204" pitchFamily="34" charset="0"/>
              <a:buChar char="•"/>
            </a:pPr>
            <a:r>
              <a:rPr lang="en-US" dirty="0"/>
              <a:t>The Vite framework is used to make</a:t>
            </a:r>
          </a:p>
          <a:p>
            <a:pPr marL="342900" indent="-342900" algn="l">
              <a:buFont typeface="Arial" panose="020B0604020202020204" pitchFamily="34" charset="0"/>
              <a:buChar char="•"/>
            </a:pPr>
            <a:r>
              <a:rPr lang="en-US" dirty="0"/>
              <a:t>folder structures and for the project.</a:t>
            </a:r>
          </a:p>
        </p:txBody>
      </p:sp>
      <p:sp>
        <p:nvSpPr>
          <p:cNvPr id="4" name="Slide Number Placeholder 3">
            <a:extLst>
              <a:ext uri="{FF2B5EF4-FFF2-40B4-BE49-F238E27FC236}">
                <a16:creationId xmlns="" xmlns:a16="http://schemas.microsoft.com/office/drawing/2014/main" id="{38F45645-0A86-0440-B83D-123F01F887C7}"/>
              </a:ext>
            </a:extLst>
          </p:cNvPr>
          <p:cNvSpPr>
            <a:spLocks noGrp="1"/>
          </p:cNvSpPr>
          <p:nvPr>
            <p:ph type="sldNum" sz="quarter" idx="12"/>
          </p:nvPr>
        </p:nvSpPr>
        <p:spPr/>
        <p:txBody>
          <a:bodyPr/>
          <a:lstStyle/>
          <a:p>
            <a:fld id="{A49DFD55-3C28-40EF-9E31-A92D2E4017FF}" type="slidenum">
              <a:rPr lang="en-US" smtClean="0"/>
              <a:pPr/>
              <a:t>19</a:t>
            </a:fld>
            <a:endParaRPr lang="en-US" dirty="0"/>
          </a:p>
        </p:txBody>
      </p:sp>
    </p:spTree>
    <p:extLst>
      <p:ext uri="{BB962C8B-B14F-4D97-AF65-F5344CB8AC3E}">
        <p14:creationId xmlns:p14="http://schemas.microsoft.com/office/powerpoint/2010/main" val="109414775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6A4A50C-ACEB-3610-566E-B6B9F3E3BF08}"/>
              </a:ext>
            </a:extLst>
          </p:cNvPr>
          <p:cNvSpPr>
            <a:spLocks noGrp="1"/>
          </p:cNvSpPr>
          <p:nvPr>
            <p:ph type="ctrTitle"/>
          </p:nvPr>
        </p:nvSpPr>
        <p:spPr>
          <a:xfrm>
            <a:off x="3379137" y="252574"/>
            <a:ext cx="5312228" cy="1524735"/>
          </a:xfrm>
        </p:spPr>
        <p:txBody>
          <a:bodyPr>
            <a:normAutofit fontScale="90000"/>
          </a:bodyPr>
          <a:lstStyle/>
          <a:p>
            <a:r>
              <a:rPr lang="en-US" dirty="0"/>
              <a:t>Component section</a:t>
            </a:r>
          </a:p>
        </p:txBody>
      </p:sp>
      <p:sp>
        <p:nvSpPr>
          <p:cNvPr id="3" name="Subtitle 2">
            <a:extLst>
              <a:ext uri="{FF2B5EF4-FFF2-40B4-BE49-F238E27FC236}">
                <a16:creationId xmlns="" xmlns:a16="http://schemas.microsoft.com/office/drawing/2014/main" id="{10440695-417E-B14F-EB89-9B624C367BB2}"/>
              </a:ext>
            </a:extLst>
          </p:cNvPr>
          <p:cNvSpPr>
            <a:spLocks noGrp="1"/>
          </p:cNvSpPr>
          <p:nvPr>
            <p:ph type="subTitle" idx="1"/>
          </p:nvPr>
        </p:nvSpPr>
        <p:spPr>
          <a:xfrm>
            <a:off x="4064000" y="2520553"/>
            <a:ext cx="4179570" cy="2850181"/>
          </a:xfrm>
        </p:spPr>
        <p:txBody>
          <a:bodyPr>
            <a:normAutofit/>
          </a:bodyPr>
          <a:lstStyle/>
          <a:p>
            <a:pPr algn="l"/>
            <a:r>
              <a:rPr lang="en-US" dirty="0"/>
              <a:t>React.js and Tailwind CSS are used. </a:t>
            </a:r>
          </a:p>
          <a:p>
            <a:pPr algn="l"/>
            <a:r>
              <a:rPr lang="en-US" dirty="0"/>
              <a:t>Created some panels, for instance: Chat ask panel, side bar, navigation bar, login module, previous year panel, pdf viewer, footer etc.</a:t>
            </a:r>
          </a:p>
          <a:p>
            <a:pPr algn="l"/>
            <a:endParaRPr lang="en-US" dirty="0"/>
          </a:p>
        </p:txBody>
      </p:sp>
      <p:sp>
        <p:nvSpPr>
          <p:cNvPr id="4" name="Slide Number Placeholder 3">
            <a:extLst>
              <a:ext uri="{FF2B5EF4-FFF2-40B4-BE49-F238E27FC236}">
                <a16:creationId xmlns="" xmlns:a16="http://schemas.microsoft.com/office/drawing/2014/main" id="{74F43E17-C41D-D964-1CC2-0C2E1A755E36}"/>
              </a:ext>
            </a:extLst>
          </p:cNvPr>
          <p:cNvSpPr>
            <a:spLocks noGrp="1"/>
          </p:cNvSpPr>
          <p:nvPr>
            <p:ph type="sldNum" sz="quarter" idx="12"/>
          </p:nvPr>
        </p:nvSpPr>
        <p:spPr/>
        <p:txBody>
          <a:bodyPr/>
          <a:lstStyle/>
          <a:p>
            <a:fld id="{A49DFD55-3C28-40EF-9E31-A92D2E4017FF}" type="slidenum">
              <a:rPr lang="en-US" smtClean="0"/>
              <a:pPr/>
              <a:t>20</a:t>
            </a:fld>
            <a:endParaRPr lang="en-US" dirty="0"/>
          </a:p>
        </p:txBody>
      </p:sp>
    </p:spTree>
    <p:extLst>
      <p:ext uri="{BB962C8B-B14F-4D97-AF65-F5344CB8AC3E}">
        <p14:creationId xmlns:p14="http://schemas.microsoft.com/office/powerpoint/2010/main" val="362385988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 xmlns:a16="http://schemas.microsoft.com/office/drawing/2014/main" id="{00E97CC0-6631-6A80-4F9C-955CA34B6FF8}"/>
              </a:ext>
            </a:extLst>
          </p:cNvPr>
          <p:cNvSpPr>
            <a:spLocks noGrp="1"/>
          </p:cNvSpPr>
          <p:nvPr>
            <p:ph type="sldNum" sz="quarter" idx="12"/>
          </p:nvPr>
        </p:nvSpPr>
        <p:spPr/>
        <p:txBody>
          <a:bodyPr/>
          <a:lstStyle/>
          <a:p>
            <a:fld id="{A49DFD55-3C28-40EF-9E31-A92D2E4017FF}" type="slidenum">
              <a:rPr lang="en-US" smtClean="0"/>
              <a:pPr/>
              <a:t>21</a:t>
            </a:fld>
            <a:endParaRPr lang="en-US" dirty="0"/>
          </a:p>
        </p:txBody>
      </p:sp>
      <p:pic>
        <p:nvPicPr>
          <p:cNvPr id="6" name="Picture 5" descr="A screenshot of a computer program&#10;&#10;AI-generated content may be incorrect.">
            <a:extLst>
              <a:ext uri="{FF2B5EF4-FFF2-40B4-BE49-F238E27FC236}">
                <a16:creationId xmlns="" xmlns:a16="http://schemas.microsoft.com/office/drawing/2014/main" id="{1432BB69-6D86-487C-173C-07F841683333}"/>
              </a:ext>
            </a:extLst>
          </p:cNvPr>
          <p:cNvPicPr>
            <a:picLocks noChangeAspect="1"/>
          </p:cNvPicPr>
          <p:nvPr/>
        </p:nvPicPr>
        <p:blipFill>
          <a:blip r:embed="rId2"/>
          <a:stretch>
            <a:fillRect/>
          </a:stretch>
        </p:blipFill>
        <p:spPr>
          <a:xfrm>
            <a:off x="3289940" y="800100"/>
            <a:ext cx="4672319" cy="6057900"/>
          </a:xfrm>
          <a:prstGeom prst="rect">
            <a:avLst/>
          </a:prstGeom>
        </p:spPr>
      </p:pic>
      <p:sp>
        <p:nvSpPr>
          <p:cNvPr id="7" name="TextBox 6">
            <a:extLst>
              <a:ext uri="{FF2B5EF4-FFF2-40B4-BE49-F238E27FC236}">
                <a16:creationId xmlns="" xmlns:a16="http://schemas.microsoft.com/office/drawing/2014/main" id="{C8626977-F9BD-1A76-6766-967AAE1DE79A}"/>
              </a:ext>
            </a:extLst>
          </p:cNvPr>
          <p:cNvSpPr txBox="1"/>
          <p:nvPr/>
        </p:nvSpPr>
        <p:spPr>
          <a:xfrm>
            <a:off x="4368800" y="246618"/>
            <a:ext cx="2819400" cy="369332"/>
          </a:xfrm>
          <a:prstGeom prst="rect">
            <a:avLst/>
          </a:prstGeom>
          <a:noFill/>
        </p:spPr>
        <p:txBody>
          <a:bodyPr wrap="square" rtlCol="0">
            <a:spAutoFit/>
          </a:bodyPr>
          <a:lstStyle/>
          <a:p>
            <a:r>
              <a:rPr lang="en-US" dirty="0"/>
              <a:t>Frontend File Structure</a:t>
            </a:r>
          </a:p>
        </p:txBody>
      </p:sp>
    </p:spTree>
    <p:extLst>
      <p:ext uri="{BB962C8B-B14F-4D97-AF65-F5344CB8AC3E}">
        <p14:creationId xmlns:p14="http://schemas.microsoft.com/office/powerpoint/2010/main" val="323185339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 xmlns:a16="http://schemas.microsoft.com/office/drawing/2014/main" id="{32CCC43C-F0BC-7896-D6FA-AF0AA6217A93}"/>
              </a:ext>
            </a:extLst>
          </p:cNvPr>
          <p:cNvSpPr>
            <a:spLocks noGrp="1"/>
          </p:cNvSpPr>
          <p:nvPr>
            <p:ph type="sldNum" sz="quarter" idx="12"/>
          </p:nvPr>
        </p:nvSpPr>
        <p:spPr/>
        <p:txBody>
          <a:bodyPr/>
          <a:lstStyle/>
          <a:p>
            <a:fld id="{A49DFD55-3C28-40EF-9E31-A92D2E4017FF}" type="slidenum">
              <a:rPr lang="en-US" smtClean="0"/>
              <a:pPr/>
              <a:t>22</a:t>
            </a:fld>
            <a:endParaRPr lang="en-US" dirty="0"/>
          </a:p>
        </p:txBody>
      </p:sp>
      <p:pic>
        <p:nvPicPr>
          <p:cNvPr id="7" name="Picture 6" descr="A screenshot of a computer&#10;&#10;AI-generated content may be incorrect.">
            <a:extLst>
              <a:ext uri="{FF2B5EF4-FFF2-40B4-BE49-F238E27FC236}">
                <a16:creationId xmlns="" xmlns:a16="http://schemas.microsoft.com/office/drawing/2014/main" id="{359793E4-AB44-5072-34EE-66849CAFB63A}"/>
              </a:ext>
            </a:extLst>
          </p:cNvPr>
          <p:cNvPicPr>
            <a:picLocks noChangeAspect="1"/>
          </p:cNvPicPr>
          <p:nvPr/>
        </p:nvPicPr>
        <p:blipFill>
          <a:blip r:embed="rId2"/>
          <a:stretch>
            <a:fillRect/>
          </a:stretch>
        </p:blipFill>
        <p:spPr>
          <a:xfrm>
            <a:off x="1739900" y="1469689"/>
            <a:ext cx="8166100" cy="4886660"/>
          </a:xfrm>
          <a:prstGeom prst="rect">
            <a:avLst/>
          </a:prstGeom>
        </p:spPr>
      </p:pic>
      <p:sp>
        <p:nvSpPr>
          <p:cNvPr id="8" name="TextBox 7">
            <a:extLst>
              <a:ext uri="{FF2B5EF4-FFF2-40B4-BE49-F238E27FC236}">
                <a16:creationId xmlns="" xmlns:a16="http://schemas.microsoft.com/office/drawing/2014/main" id="{58A2F19E-4D4C-6D42-2352-68E02FC94E47}"/>
              </a:ext>
            </a:extLst>
          </p:cNvPr>
          <p:cNvSpPr txBox="1"/>
          <p:nvPr/>
        </p:nvSpPr>
        <p:spPr>
          <a:xfrm>
            <a:off x="4724400" y="316985"/>
            <a:ext cx="5524500" cy="369332"/>
          </a:xfrm>
          <a:prstGeom prst="rect">
            <a:avLst/>
          </a:prstGeom>
          <a:noFill/>
        </p:spPr>
        <p:txBody>
          <a:bodyPr wrap="square" rtlCol="0">
            <a:spAutoFit/>
          </a:bodyPr>
          <a:lstStyle/>
          <a:p>
            <a:r>
              <a:rPr lang="en-US" b="1" dirty="0"/>
              <a:t>Frontend</a:t>
            </a:r>
          </a:p>
        </p:txBody>
      </p:sp>
    </p:spTree>
    <p:extLst>
      <p:ext uri="{BB962C8B-B14F-4D97-AF65-F5344CB8AC3E}">
        <p14:creationId xmlns:p14="http://schemas.microsoft.com/office/powerpoint/2010/main" val="53263781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 xmlns:a16="http://schemas.microsoft.com/office/drawing/2014/main" id="{018BDAE5-2BE4-0770-C3EB-1F23462BFE19}"/>
              </a:ext>
            </a:extLst>
          </p:cNvPr>
          <p:cNvSpPr>
            <a:spLocks noGrp="1"/>
          </p:cNvSpPr>
          <p:nvPr>
            <p:ph type="sldNum" sz="quarter" idx="12"/>
          </p:nvPr>
        </p:nvSpPr>
        <p:spPr/>
        <p:txBody>
          <a:bodyPr/>
          <a:lstStyle/>
          <a:p>
            <a:fld id="{A49DFD55-3C28-40EF-9E31-A92D2E4017FF}" type="slidenum">
              <a:rPr lang="en-US" smtClean="0"/>
              <a:pPr/>
              <a:t>23</a:t>
            </a:fld>
            <a:endParaRPr lang="en-US" dirty="0"/>
          </a:p>
        </p:txBody>
      </p:sp>
      <p:sp>
        <p:nvSpPr>
          <p:cNvPr id="7" name="TextBox 6">
            <a:extLst>
              <a:ext uri="{FF2B5EF4-FFF2-40B4-BE49-F238E27FC236}">
                <a16:creationId xmlns="" xmlns:a16="http://schemas.microsoft.com/office/drawing/2014/main" id="{BE46CD43-3756-EA77-9E39-C6A4626B1993}"/>
              </a:ext>
            </a:extLst>
          </p:cNvPr>
          <p:cNvSpPr txBox="1"/>
          <p:nvPr/>
        </p:nvSpPr>
        <p:spPr>
          <a:xfrm>
            <a:off x="4771126" y="501651"/>
            <a:ext cx="6096000" cy="369332"/>
          </a:xfrm>
          <a:prstGeom prst="rect">
            <a:avLst/>
          </a:prstGeom>
          <a:noFill/>
        </p:spPr>
        <p:txBody>
          <a:bodyPr wrap="square">
            <a:spAutoFit/>
          </a:bodyPr>
          <a:lstStyle/>
          <a:p>
            <a:r>
              <a:rPr lang="en-US" b="1" dirty="0"/>
              <a:t>Ask Panel </a:t>
            </a:r>
          </a:p>
        </p:txBody>
      </p:sp>
      <p:pic>
        <p:nvPicPr>
          <p:cNvPr id="9" name="Picture 8" descr="A screenshot of a chat&#10;&#10;AI-generated content may be incorrect.">
            <a:extLst>
              <a:ext uri="{FF2B5EF4-FFF2-40B4-BE49-F238E27FC236}">
                <a16:creationId xmlns="" xmlns:a16="http://schemas.microsoft.com/office/drawing/2014/main" id="{CFBDFE7F-C015-4FC5-64D2-E8A7E84EC3E8}"/>
              </a:ext>
            </a:extLst>
          </p:cNvPr>
          <p:cNvPicPr>
            <a:picLocks noChangeAspect="1"/>
          </p:cNvPicPr>
          <p:nvPr/>
        </p:nvPicPr>
        <p:blipFill>
          <a:blip r:embed="rId2"/>
          <a:stretch>
            <a:fillRect/>
          </a:stretch>
        </p:blipFill>
        <p:spPr>
          <a:xfrm>
            <a:off x="1511397" y="1648797"/>
            <a:ext cx="8861953" cy="3560406"/>
          </a:xfrm>
          <a:prstGeom prst="rect">
            <a:avLst/>
          </a:prstGeom>
        </p:spPr>
      </p:pic>
    </p:spTree>
    <p:extLst>
      <p:ext uri="{BB962C8B-B14F-4D97-AF65-F5344CB8AC3E}">
        <p14:creationId xmlns:p14="http://schemas.microsoft.com/office/powerpoint/2010/main" val="62429731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CFD25335-5DC3-39B0-9886-42819A740E0E}"/>
            </a:ext>
          </a:extLst>
        </p:cNvPr>
        <p:cNvGrpSpPr/>
        <p:nvPr/>
      </p:nvGrpSpPr>
      <p:grpSpPr>
        <a:xfrm>
          <a:off x="0" y="0"/>
          <a:ext cx="0" cy="0"/>
          <a:chOff x="0" y="0"/>
          <a:chExt cx="0" cy="0"/>
        </a:xfrm>
      </p:grpSpPr>
      <p:sp>
        <p:nvSpPr>
          <p:cNvPr id="5" name="Slide Number Placeholder 4">
            <a:extLst>
              <a:ext uri="{FF2B5EF4-FFF2-40B4-BE49-F238E27FC236}">
                <a16:creationId xmlns="" xmlns:a16="http://schemas.microsoft.com/office/drawing/2014/main" id="{B087533A-7096-2141-2406-4A932226CD6F}"/>
              </a:ext>
            </a:extLst>
          </p:cNvPr>
          <p:cNvSpPr>
            <a:spLocks noGrp="1"/>
          </p:cNvSpPr>
          <p:nvPr>
            <p:ph type="sldNum" sz="quarter" idx="12"/>
          </p:nvPr>
        </p:nvSpPr>
        <p:spPr/>
        <p:txBody>
          <a:bodyPr/>
          <a:lstStyle/>
          <a:p>
            <a:fld id="{A49DFD55-3C28-40EF-9E31-A92D2E4017FF}" type="slidenum">
              <a:rPr lang="en-US" smtClean="0"/>
              <a:pPr/>
              <a:t>24</a:t>
            </a:fld>
            <a:endParaRPr lang="en-US" dirty="0"/>
          </a:p>
        </p:txBody>
      </p:sp>
      <p:sp>
        <p:nvSpPr>
          <p:cNvPr id="7" name="TextBox 6">
            <a:extLst>
              <a:ext uri="{FF2B5EF4-FFF2-40B4-BE49-F238E27FC236}">
                <a16:creationId xmlns="" xmlns:a16="http://schemas.microsoft.com/office/drawing/2014/main" id="{80511638-2FE5-98AB-8CD4-FAE700674B49}"/>
              </a:ext>
            </a:extLst>
          </p:cNvPr>
          <p:cNvSpPr txBox="1"/>
          <p:nvPr/>
        </p:nvSpPr>
        <p:spPr>
          <a:xfrm>
            <a:off x="4929731" y="298451"/>
            <a:ext cx="6096000" cy="369332"/>
          </a:xfrm>
          <a:prstGeom prst="rect">
            <a:avLst/>
          </a:prstGeom>
          <a:noFill/>
        </p:spPr>
        <p:txBody>
          <a:bodyPr wrap="square">
            <a:spAutoFit/>
          </a:bodyPr>
          <a:lstStyle/>
          <a:p>
            <a:r>
              <a:rPr lang="en-US" b="1" dirty="0"/>
              <a:t>Admin Dashboard</a:t>
            </a:r>
          </a:p>
        </p:txBody>
      </p:sp>
      <p:pic>
        <p:nvPicPr>
          <p:cNvPr id="3" name="Picture 2" descr="A screenshot of a computer&#10;&#10;AI-generated content may be incorrect.">
            <a:extLst>
              <a:ext uri="{FF2B5EF4-FFF2-40B4-BE49-F238E27FC236}">
                <a16:creationId xmlns="" xmlns:a16="http://schemas.microsoft.com/office/drawing/2014/main" id="{AFD1CE49-79CF-984D-F907-2084874B6D7C}"/>
              </a:ext>
            </a:extLst>
          </p:cNvPr>
          <p:cNvPicPr>
            <a:picLocks noChangeAspect="1"/>
          </p:cNvPicPr>
          <p:nvPr/>
        </p:nvPicPr>
        <p:blipFill>
          <a:blip r:embed="rId2"/>
          <a:stretch>
            <a:fillRect/>
          </a:stretch>
        </p:blipFill>
        <p:spPr>
          <a:xfrm>
            <a:off x="2495550" y="915124"/>
            <a:ext cx="6591299" cy="5806350"/>
          </a:xfrm>
          <a:prstGeom prst="rect">
            <a:avLst/>
          </a:prstGeom>
        </p:spPr>
      </p:pic>
    </p:spTree>
    <p:extLst>
      <p:ext uri="{BB962C8B-B14F-4D97-AF65-F5344CB8AC3E}">
        <p14:creationId xmlns:p14="http://schemas.microsoft.com/office/powerpoint/2010/main" val="236770286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4321055C-5E33-5D21-2A6E-21827FA88ED3}"/>
              </a:ext>
            </a:extLst>
          </p:cNvPr>
          <p:cNvSpPr>
            <a:spLocks noGrp="1"/>
          </p:cNvSpPr>
          <p:nvPr>
            <p:ph type="title"/>
          </p:nvPr>
        </p:nvSpPr>
        <p:spPr>
          <a:xfrm>
            <a:off x="838201" y="895350"/>
            <a:ext cx="2666999" cy="1917700"/>
          </a:xfrm>
        </p:spPr>
        <p:txBody>
          <a:bodyPr>
            <a:normAutofit/>
          </a:bodyPr>
          <a:lstStyle/>
          <a:p>
            <a:r>
              <a:rPr lang="en-US" dirty="0"/>
              <a:t>Achievement of OBJECTIVE</a:t>
            </a:r>
          </a:p>
        </p:txBody>
      </p:sp>
      <p:sp>
        <p:nvSpPr>
          <p:cNvPr id="6" name="Text Placeholder 5">
            <a:extLst>
              <a:ext uri="{FF2B5EF4-FFF2-40B4-BE49-F238E27FC236}">
                <a16:creationId xmlns="" xmlns:a16="http://schemas.microsoft.com/office/drawing/2014/main" id="{B587B122-1579-FDB8-443B-F05E622163C3}"/>
              </a:ext>
            </a:extLst>
          </p:cNvPr>
          <p:cNvSpPr>
            <a:spLocks noGrp="1"/>
          </p:cNvSpPr>
          <p:nvPr>
            <p:ph sz="half" idx="16"/>
          </p:nvPr>
        </p:nvSpPr>
        <p:spPr>
          <a:xfrm>
            <a:off x="838200" y="2813049"/>
            <a:ext cx="7620000" cy="3238499"/>
          </a:xfrm>
        </p:spPr>
        <p:txBody>
          <a:bodyPr>
            <a:normAutofit fontScale="92500" lnSpcReduction="20000"/>
          </a:bodyPr>
          <a:lstStyle/>
          <a:p>
            <a:r>
              <a:rPr lang="en-US" dirty="0"/>
              <a:t>The Chunk size will be optimized for getting the objective</a:t>
            </a:r>
            <a:br>
              <a:rPr lang="en-US" dirty="0"/>
            </a:br>
            <a:endParaRPr lang="en-US" dirty="0"/>
          </a:p>
          <a:p>
            <a:r>
              <a:rPr lang="en-US" dirty="0"/>
              <a:t/>
            </a:r>
            <a:br>
              <a:rPr lang="en-US" dirty="0"/>
            </a:br>
            <a:r>
              <a:rPr lang="en-US" dirty="0"/>
              <a:t>Increase keyword length size for a better match. </a:t>
            </a:r>
          </a:p>
          <a:p>
            <a:endParaRPr lang="en-US" dirty="0"/>
          </a:p>
          <a:p>
            <a:r>
              <a:rPr lang="en-US" dirty="0"/>
              <a:t>Optimize the database query</a:t>
            </a:r>
          </a:p>
          <a:p>
            <a:endParaRPr lang="en-US" dirty="0"/>
          </a:p>
          <a:p>
            <a:r>
              <a:rPr lang="en-US" dirty="0"/>
              <a:t>Gemini AI instruction improvement. </a:t>
            </a:r>
          </a:p>
          <a:p>
            <a:endParaRPr lang="en-US" dirty="0"/>
          </a:p>
          <a:p>
            <a:r>
              <a:rPr lang="en-US" dirty="0"/>
              <a:t>Reduce hallucination by using improved instruction sets.</a:t>
            </a:r>
          </a:p>
        </p:txBody>
      </p:sp>
      <p:sp>
        <p:nvSpPr>
          <p:cNvPr id="5" name="Slide Number Placeholder 4">
            <a:extLst>
              <a:ext uri="{FF2B5EF4-FFF2-40B4-BE49-F238E27FC236}">
                <a16:creationId xmlns="" xmlns:a16="http://schemas.microsoft.com/office/drawing/2014/main" id="{E74B0ADB-527F-A58C-9372-D8502ED6F918}"/>
              </a:ext>
            </a:extLst>
          </p:cNvPr>
          <p:cNvSpPr>
            <a:spLocks noGrp="1"/>
          </p:cNvSpPr>
          <p:nvPr>
            <p:ph type="sldNum" sz="quarter" idx="12"/>
          </p:nvPr>
        </p:nvSpPr>
        <p:spPr/>
        <p:txBody>
          <a:bodyPr/>
          <a:lstStyle/>
          <a:p>
            <a:fld id="{A49DFD55-3C28-40EF-9E31-A92D2E4017FF}" type="slidenum">
              <a:rPr lang="en-US" smtClean="0"/>
              <a:pPr/>
              <a:t>25</a:t>
            </a:fld>
            <a:endParaRPr lang="en-US" dirty="0"/>
          </a:p>
        </p:txBody>
      </p:sp>
      <p:pic>
        <p:nvPicPr>
          <p:cNvPr id="7" name="Picture 6">
            <a:extLst>
              <a:ext uri="{FF2B5EF4-FFF2-40B4-BE49-F238E27FC236}">
                <a16:creationId xmlns="" xmlns:a16="http://schemas.microsoft.com/office/drawing/2014/main" id="{EAADFCFC-A81D-FE08-059A-AD5D583E49E5}"/>
              </a:ext>
            </a:extLst>
          </p:cNvPr>
          <p:cNvPicPr>
            <a:picLocks noChangeAspect="1"/>
          </p:cNvPicPr>
          <p:nvPr/>
        </p:nvPicPr>
        <p:blipFill>
          <a:blip r:embed="rId3"/>
          <a:stretch>
            <a:fillRect/>
          </a:stretch>
        </p:blipFill>
        <p:spPr>
          <a:xfrm>
            <a:off x="9309100" y="-228600"/>
            <a:ext cx="2882900" cy="3529011"/>
          </a:xfrm>
          <a:prstGeom prst="rect">
            <a:avLst/>
          </a:prstGeom>
        </p:spPr>
      </p:pic>
    </p:spTree>
    <p:extLst>
      <p:ext uri="{BB962C8B-B14F-4D97-AF65-F5344CB8AC3E}">
        <p14:creationId xmlns:p14="http://schemas.microsoft.com/office/powerpoint/2010/main" val="165816461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A586639-91AD-5B9B-B0CF-024753B7378E}"/>
              </a:ext>
            </a:extLst>
          </p:cNvPr>
          <p:cNvSpPr>
            <a:spLocks noGrp="1"/>
          </p:cNvSpPr>
          <p:nvPr>
            <p:ph type="title"/>
          </p:nvPr>
        </p:nvSpPr>
        <p:spPr>
          <a:xfrm>
            <a:off x="838199" y="-818508"/>
            <a:ext cx="5655197" cy="1997867"/>
          </a:xfrm>
        </p:spPr>
        <p:txBody>
          <a:bodyPr/>
          <a:lstStyle/>
          <a:p>
            <a:r>
              <a:rPr lang="en-US" dirty="0"/>
              <a:t>Result Analysis</a:t>
            </a:r>
          </a:p>
        </p:txBody>
      </p:sp>
      <p:sp>
        <p:nvSpPr>
          <p:cNvPr id="4" name="Content Placeholder 3">
            <a:extLst>
              <a:ext uri="{FF2B5EF4-FFF2-40B4-BE49-F238E27FC236}">
                <a16:creationId xmlns="" xmlns:a16="http://schemas.microsoft.com/office/drawing/2014/main" id="{10AD9EB3-A249-0AA8-77EE-374520194F29}"/>
              </a:ext>
            </a:extLst>
          </p:cNvPr>
          <p:cNvSpPr>
            <a:spLocks noGrp="1"/>
          </p:cNvSpPr>
          <p:nvPr>
            <p:ph sz="half" idx="2"/>
          </p:nvPr>
        </p:nvSpPr>
        <p:spPr>
          <a:xfrm>
            <a:off x="838199" y="1376166"/>
            <a:ext cx="5733773" cy="3032733"/>
          </a:xfrm>
        </p:spPr>
        <p:txBody>
          <a:bodyPr>
            <a:normAutofit lnSpcReduction="10000"/>
          </a:bodyPr>
          <a:lstStyle/>
          <a:p>
            <a:r>
              <a:rPr lang="en-US" dirty="0"/>
              <a:t>A set of 250 questions used to test the ability of the “</a:t>
            </a:r>
            <a:r>
              <a:rPr lang="en-US" dirty="0" err="1"/>
              <a:t>Jiggasa</a:t>
            </a:r>
            <a:r>
              <a:rPr lang="en-US" dirty="0"/>
              <a:t>” Chatbot to answer them. The types of questions will be as follows:</a:t>
            </a:r>
          </a:p>
          <a:p>
            <a:r>
              <a:rPr lang="en-US" dirty="0"/>
              <a:t>"Descriptive questions" - in which detailed explanations are required.</a:t>
            </a:r>
          </a:p>
          <a:p>
            <a:r>
              <a:rPr lang="en-US" dirty="0"/>
              <a:t> "</a:t>
            </a:r>
            <a:r>
              <a:rPr lang="en-US" dirty="0" err="1"/>
              <a:t>Wh</a:t>
            </a:r>
            <a:r>
              <a:rPr lang="en-US" dirty="0"/>
              <a:t> questions" -like what, how, which and when. Fill-in-the-blank questions to test knowledge and recall. </a:t>
            </a:r>
          </a:p>
          <a:p>
            <a:r>
              <a:rPr lang="en-US" dirty="0"/>
              <a:t>Multiple Choice Questions (MCQs) with a number of choices to choose from.</a:t>
            </a:r>
          </a:p>
        </p:txBody>
      </p:sp>
      <p:sp>
        <p:nvSpPr>
          <p:cNvPr id="7" name="Slide Number Placeholder 6">
            <a:extLst>
              <a:ext uri="{FF2B5EF4-FFF2-40B4-BE49-F238E27FC236}">
                <a16:creationId xmlns="" xmlns:a16="http://schemas.microsoft.com/office/drawing/2014/main" id="{D249E938-EBBF-932C-5BB3-3A8323EDF367}"/>
              </a:ext>
            </a:extLst>
          </p:cNvPr>
          <p:cNvSpPr>
            <a:spLocks noGrp="1"/>
          </p:cNvSpPr>
          <p:nvPr>
            <p:ph type="sldNum" sz="quarter" idx="12"/>
          </p:nvPr>
        </p:nvSpPr>
        <p:spPr/>
        <p:txBody>
          <a:bodyPr/>
          <a:lstStyle/>
          <a:p>
            <a:fld id="{A49DFD55-3C28-40EF-9E31-A92D2E4017FF}" type="slidenum">
              <a:rPr lang="en-US" smtClean="0"/>
              <a:pPr/>
              <a:t>26</a:t>
            </a:fld>
            <a:endParaRPr lang="en-US" dirty="0"/>
          </a:p>
        </p:txBody>
      </p:sp>
    </p:spTree>
    <p:extLst>
      <p:ext uri="{BB962C8B-B14F-4D97-AF65-F5344CB8AC3E}">
        <p14:creationId xmlns:p14="http://schemas.microsoft.com/office/powerpoint/2010/main" val="428183752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95E2E6A-35EC-1B8E-0FD7-8C67870ACA64}"/>
              </a:ext>
            </a:extLst>
          </p:cNvPr>
          <p:cNvSpPr>
            <a:spLocks noGrp="1"/>
          </p:cNvSpPr>
          <p:nvPr>
            <p:ph type="title"/>
          </p:nvPr>
        </p:nvSpPr>
        <p:spPr>
          <a:xfrm>
            <a:off x="3234267" y="-380312"/>
            <a:ext cx="7984067" cy="1904312"/>
          </a:xfrm>
        </p:spPr>
        <p:txBody>
          <a:bodyPr/>
          <a:lstStyle/>
          <a:p>
            <a:r>
              <a:rPr lang="en-US" dirty="0"/>
              <a:t>This project works to fill </a:t>
            </a:r>
            <a:r>
              <a:rPr lang="en-US" dirty="0" smtClean="0"/>
              <a:t>the </a:t>
            </a:r>
            <a:r>
              <a:rPr lang="en-US" dirty="0"/>
              <a:t>gaps</a:t>
            </a:r>
          </a:p>
        </p:txBody>
      </p:sp>
      <p:sp>
        <p:nvSpPr>
          <p:cNvPr id="35" name="Content Placeholder 34">
            <a:extLst>
              <a:ext uri="{FF2B5EF4-FFF2-40B4-BE49-F238E27FC236}">
                <a16:creationId xmlns="" xmlns:a16="http://schemas.microsoft.com/office/drawing/2014/main" id="{EDBE6233-75E9-40D1-968F-58CA9AD0FF50}"/>
              </a:ext>
            </a:extLst>
          </p:cNvPr>
          <p:cNvSpPr>
            <a:spLocks noGrp="1"/>
          </p:cNvSpPr>
          <p:nvPr>
            <p:ph sz="half" idx="13"/>
          </p:nvPr>
        </p:nvSpPr>
        <p:spPr>
          <a:xfrm>
            <a:off x="3251200" y="1819671"/>
            <a:ext cx="7258050" cy="3469878"/>
          </a:xfrm>
        </p:spPr>
        <p:txBody>
          <a:bodyPr>
            <a:normAutofit/>
          </a:bodyPr>
          <a:lstStyle/>
          <a:p>
            <a:r>
              <a:rPr lang="en-US" dirty="0"/>
              <a:t>Integrating RAG with a backend to enable accurate context and also enable question answering.</a:t>
            </a:r>
          </a:p>
          <a:p>
            <a:r>
              <a:rPr lang="en-US" dirty="0"/>
              <a:t>Intelligent responses, versus simple keyword matches, using AI and NLP to provide an intelligent response.</a:t>
            </a:r>
          </a:p>
          <a:p>
            <a:r>
              <a:rPr lang="en-US" dirty="0"/>
              <a:t>Introducing a chatbot interface for interactive learning and retrieval.</a:t>
            </a:r>
          </a:p>
          <a:p>
            <a:r>
              <a:rPr lang="en-US" dirty="0"/>
              <a:t>Implementing file handling and storage using access control</a:t>
            </a:r>
          </a:p>
          <a:p>
            <a:r>
              <a:rPr lang="en-US" dirty="0"/>
              <a:t>Ensuring performance and reliability with modern development   practices.</a:t>
            </a:r>
          </a:p>
        </p:txBody>
      </p:sp>
      <p:sp>
        <p:nvSpPr>
          <p:cNvPr id="8" name="Slide Number Placeholder 7">
            <a:extLst>
              <a:ext uri="{FF2B5EF4-FFF2-40B4-BE49-F238E27FC236}">
                <a16:creationId xmlns="" xmlns:a16="http://schemas.microsoft.com/office/drawing/2014/main" id="{8F44A959-C2BB-9170-C99C-1A2EDB71B994}"/>
              </a:ext>
            </a:extLst>
          </p:cNvPr>
          <p:cNvSpPr>
            <a:spLocks noGrp="1"/>
          </p:cNvSpPr>
          <p:nvPr>
            <p:ph type="sldNum" sz="quarter" idx="12"/>
          </p:nvPr>
        </p:nvSpPr>
        <p:spPr/>
        <p:txBody>
          <a:bodyPr/>
          <a:lstStyle/>
          <a:p>
            <a:fld id="{A49DFD55-3C28-40EF-9E31-A92D2E4017FF}" type="slidenum">
              <a:rPr lang="en-US" smtClean="0"/>
              <a:pPr/>
              <a:t>27</a:t>
            </a:fld>
            <a:endParaRPr lang="en-US" dirty="0"/>
          </a:p>
        </p:txBody>
      </p:sp>
    </p:spTree>
    <p:extLst>
      <p:ext uri="{BB962C8B-B14F-4D97-AF65-F5344CB8AC3E}">
        <p14:creationId xmlns:p14="http://schemas.microsoft.com/office/powerpoint/2010/main" val="10345872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750635AD-214C-37AB-6879-E00375A824A5}"/>
            </a:ext>
          </a:extLst>
        </p:cNvPr>
        <p:cNvGrpSpPr/>
        <p:nvPr/>
      </p:nvGrpSpPr>
      <p:grpSpPr>
        <a:xfrm>
          <a:off x="0" y="0"/>
          <a:ext cx="0" cy="0"/>
          <a:chOff x="0" y="0"/>
          <a:chExt cx="0" cy="0"/>
        </a:xfrm>
      </p:grpSpPr>
      <p:sp>
        <p:nvSpPr>
          <p:cNvPr id="5" name="Slide Number Placeholder 4">
            <a:extLst>
              <a:ext uri="{FF2B5EF4-FFF2-40B4-BE49-F238E27FC236}">
                <a16:creationId xmlns="" xmlns:a16="http://schemas.microsoft.com/office/drawing/2014/main" id="{F955AEBE-33EC-0E40-9654-15990D07EEBA}"/>
              </a:ext>
            </a:extLst>
          </p:cNvPr>
          <p:cNvSpPr>
            <a:spLocks noGrp="1"/>
          </p:cNvSpPr>
          <p:nvPr>
            <p:ph type="sldNum" sz="quarter" idx="12"/>
          </p:nvPr>
        </p:nvSpPr>
        <p:spPr/>
        <p:txBody>
          <a:bodyPr/>
          <a:lstStyle/>
          <a:p>
            <a:fld id="{A49DFD55-3C28-40EF-9E31-A92D2E4017FF}" type="slidenum">
              <a:rPr lang="en-US" smtClean="0"/>
              <a:pPr/>
              <a:t>28</a:t>
            </a:fld>
            <a:endParaRPr lang="en-US" dirty="0"/>
          </a:p>
        </p:txBody>
      </p:sp>
      <p:sp>
        <p:nvSpPr>
          <p:cNvPr id="2" name="TextBox 1">
            <a:extLst>
              <a:ext uri="{FF2B5EF4-FFF2-40B4-BE49-F238E27FC236}">
                <a16:creationId xmlns="" xmlns:a16="http://schemas.microsoft.com/office/drawing/2014/main" id="{B72BF633-5B63-4158-DA25-C380045A6D7D}"/>
              </a:ext>
            </a:extLst>
          </p:cNvPr>
          <p:cNvSpPr txBox="1"/>
          <p:nvPr/>
        </p:nvSpPr>
        <p:spPr>
          <a:xfrm>
            <a:off x="4572000" y="557768"/>
            <a:ext cx="4203700" cy="369332"/>
          </a:xfrm>
          <a:prstGeom prst="rect">
            <a:avLst/>
          </a:prstGeom>
          <a:noFill/>
        </p:spPr>
        <p:txBody>
          <a:bodyPr wrap="square" rtlCol="0">
            <a:spAutoFit/>
          </a:bodyPr>
          <a:lstStyle/>
          <a:p>
            <a:r>
              <a:rPr lang="en-US"/>
              <a:t>User Manual</a:t>
            </a:r>
            <a:endParaRPr lang="en-US" dirty="0"/>
          </a:p>
        </p:txBody>
      </p:sp>
      <p:pic>
        <p:nvPicPr>
          <p:cNvPr id="4" name="Picture 3" descr="A screenshot of a login page&#10;&#10;AI-generated content may be incorrect.">
            <a:extLst>
              <a:ext uri="{FF2B5EF4-FFF2-40B4-BE49-F238E27FC236}">
                <a16:creationId xmlns="" xmlns:a16="http://schemas.microsoft.com/office/drawing/2014/main" id="{CB81E584-C7FD-90E6-65EE-8F0CDA6AAEF5}"/>
              </a:ext>
            </a:extLst>
          </p:cNvPr>
          <p:cNvPicPr>
            <a:picLocks noChangeAspect="1"/>
          </p:cNvPicPr>
          <p:nvPr/>
        </p:nvPicPr>
        <p:blipFill>
          <a:blip r:embed="rId2"/>
          <a:stretch>
            <a:fillRect/>
          </a:stretch>
        </p:blipFill>
        <p:spPr>
          <a:xfrm>
            <a:off x="2813815" y="1028923"/>
            <a:ext cx="5237986" cy="5692551"/>
          </a:xfrm>
          <a:prstGeom prst="rect">
            <a:avLst/>
          </a:prstGeom>
        </p:spPr>
      </p:pic>
    </p:spTree>
    <p:extLst>
      <p:ext uri="{BB962C8B-B14F-4D97-AF65-F5344CB8AC3E}">
        <p14:creationId xmlns:p14="http://schemas.microsoft.com/office/powerpoint/2010/main" val="152908447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787CB3F2-7DF8-E520-F66D-A3F3C3C371F9}"/>
            </a:ext>
          </a:extLst>
        </p:cNvPr>
        <p:cNvGrpSpPr/>
        <p:nvPr/>
      </p:nvGrpSpPr>
      <p:grpSpPr>
        <a:xfrm>
          <a:off x="0" y="0"/>
          <a:ext cx="0" cy="0"/>
          <a:chOff x="0" y="0"/>
          <a:chExt cx="0" cy="0"/>
        </a:xfrm>
      </p:grpSpPr>
      <p:sp>
        <p:nvSpPr>
          <p:cNvPr id="5" name="Slide Number Placeholder 4">
            <a:extLst>
              <a:ext uri="{FF2B5EF4-FFF2-40B4-BE49-F238E27FC236}">
                <a16:creationId xmlns="" xmlns:a16="http://schemas.microsoft.com/office/drawing/2014/main" id="{1D6179B9-1518-2B64-B816-EC6BD01C6BE9}"/>
              </a:ext>
            </a:extLst>
          </p:cNvPr>
          <p:cNvSpPr>
            <a:spLocks noGrp="1"/>
          </p:cNvSpPr>
          <p:nvPr>
            <p:ph type="sldNum" sz="quarter" idx="12"/>
          </p:nvPr>
        </p:nvSpPr>
        <p:spPr/>
        <p:txBody>
          <a:bodyPr/>
          <a:lstStyle/>
          <a:p>
            <a:fld id="{A49DFD55-3C28-40EF-9E31-A92D2E4017FF}" type="slidenum">
              <a:rPr lang="en-US" smtClean="0"/>
              <a:pPr/>
              <a:t>29</a:t>
            </a:fld>
            <a:endParaRPr lang="en-US" dirty="0"/>
          </a:p>
        </p:txBody>
      </p:sp>
      <p:sp>
        <p:nvSpPr>
          <p:cNvPr id="3" name="TextBox 2">
            <a:extLst>
              <a:ext uri="{FF2B5EF4-FFF2-40B4-BE49-F238E27FC236}">
                <a16:creationId xmlns="" xmlns:a16="http://schemas.microsoft.com/office/drawing/2014/main" id="{C18E557A-997D-DBB2-290A-9695A4E81846}"/>
              </a:ext>
            </a:extLst>
          </p:cNvPr>
          <p:cNvSpPr txBox="1"/>
          <p:nvPr/>
        </p:nvSpPr>
        <p:spPr>
          <a:xfrm>
            <a:off x="4978400" y="285234"/>
            <a:ext cx="6096000" cy="369332"/>
          </a:xfrm>
          <a:prstGeom prst="rect">
            <a:avLst/>
          </a:prstGeom>
          <a:noFill/>
        </p:spPr>
        <p:txBody>
          <a:bodyPr wrap="square">
            <a:spAutoFit/>
          </a:bodyPr>
          <a:lstStyle/>
          <a:p>
            <a:r>
              <a:rPr lang="en-US" dirty="0"/>
              <a:t>User Manual</a:t>
            </a:r>
          </a:p>
        </p:txBody>
      </p:sp>
      <p:pic>
        <p:nvPicPr>
          <p:cNvPr id="6" name="Picture 5" descr="A screenshot of a chat&#10;&#10;AI-generated content may be incorrect.">
            <a:extLst>
              <a:ext uri="{FF2B5EF4-FFF2-40B4-BE49-F238E27FC236}">
                <a16:creationId xmlns="" xmlns:a16="http://schemas.microsoft.com/office/drawing/2014/main" id="{8C3D0ED6-4D05-D6D7-86B8-774A2455BC54}"/>
              </a:ext>
            </a:extLst>
          </p:cNvPr>
          <p:cNvPicPr>
            <a:picLocks noChangeAspect="1"/>
          </p:cNvPicPr>
          <p:nvPr/>
        </p:nvPicPr>
        <p:blipFill>
          <a:blip r:embed="rId2"/>
          <a:stretch>
            <a:fillRect/>
          </a:stretch>
        </p:blipFill>
        <p:spPr>
          <a:xfrm>
            <a:off x="3266701" y="848837"/>
            <a:ext cx="4670799" cy="5942387"/>
          </a:xfrm>
          <a:prstGeom prst="rect">
            <a:avLst/>
          </a:prstGeom>
        </p:spPr>
      </p:pic>
    </p:spTree>
    <p:extLst>
      <p:ext uri="{BB962C8B-B14F-4D97-AF65-F5344CB8AC3E}">
        <p14:creationId xmlns:p14="http://schemas.microsoft.com/office/powerpoint/2010/main" val="210930869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7D86CC9F-D1C4-EBE7-BA63-E453293297DB}"/>
            </a:ext>
          </a:extLst>
        </p:cNvPr>
        <p:cNvGrpSpPr/>
        <p:nvPr/>
      </p:nvGrpSpPr>
      <p:grpSpPr>
        <a:xfrm>
          <a:off x="0" y="0"/>
          <a:ext cx="0" cy="0"/>
          <a:chOff x="0" y="0"/>
          <a:chExt cx="0" cy="0"/>
        </a:xfrm>
      </p:grpSpPr>
      <p:sp>
        <p:nvSpPr>
          <p:cNvPr id="5" name="Slide Number Placeholder 4">
            <a:extLst>
              <a:ext uri="{FF2B5EF4-FFF2-40B4-BE49-F238E27FC236}">
                <a16:creationId xmlns="" xmlns:a16="http://schemas.microsoft.com/office/drawing/2014/main" id="{BD130683-80C5-2AC0-7880-E3C537293DB1}"/>
              </a:ext>
            </a:extLst>
          </p:cNvPr>
          <p:cNvSpPr>
            <a:spLocks noGrp="1"/>
          </p:cNvSpPr>
          <p:nvPr>
            <p:ph type="sldNum" sz="quarter" idx="12"/>
          </p:nvPr>
        </p:nvSpPr>
        <p:spPr/>
        <p:txBody>
          <a:bodyPr/>
          <a:lstStyle/>
          <a:p>
            <a:fld id="{A49DFD55-3C28-40EF-9E31-A92D2E4017FF}" type="slidenum">
              <a:rPr lang="en-US" smtClean="0"/>
              <a:pPr/>
              <a:t>30</a:t>
            </a:fld>
            <a:endParaRPr lang="en-US" dirty="0"/>
          </a:p>
        </p:txBody>
      </p:sp>
      <p:sp>
        <p:nvSpPr>
          <p:cNvPr id="3" name="TextBox 2">
            <a:extLst>
              <a:ext uri="{FF2B5EF4-FFF2-40B4-BE49-F238E27FC236}">
                <a16:creationId xmlns="" xmlns:a16="http://schemas.microsoft.com/office/drawing/2014/main" id="{23583843-A4D5-6436-4100-0BE6FC2F4970}"/>
              </a:ext>
            </a:extLst>
          </p:cNvPr>
          <p:cNvSpPr txBox="1"/>
          <p:nvPr/>
        </p:nvSpPr>
        <p:spPr>
          <a:xfrm>
            <a:off x="4978400" y="285234"/>
            <a:ext cx="6096000" cy="369332"/>
          </a:xfrm>
          <a:prstGeom prst="rect">
            <a:avLst/>
          </a:prstGeom>
          <a:noFill/>
        </p:spPr>
        <p:txBody>
          <a:bodyPr wrap="square">
            <a:spAutoFit/>
          </a:bodyPr>
          <a:lstStyle/>
          <a:p>
            <a:r>
              <a:rPr lang="en-US" dirty="0"/>
              <a:t>User Manual</a:t>
            </a:r>
          </a:p>
        </p:txBody>
      </p:sp>
      <p:pic>
        <p:nvPicPr>
          <p:cNvPr id="4" name="Picture 3" descr="A screenshot of a chat&#10;&#10;AI-generated content may be incorrect.">
            <a:extLst>
              <a:ext uri="{FF2B5EF4-FFF2-40B4-BE49-F238E27FC236}">
                <a16:creationId xmlns="" xmlns:a16="http://schemas.microsoft.com/office/drawing/2014/main" id="{440DE927-4546-C94E-7BEE-766B192F2344}"/>
              </a:ext>
            </a:extLst>
          </p:cNvPr>
          <p:cNvPicPr>
            <a:picLocks noChangeAspect="1"/>
          </p:cNvPicPr>
          <p:nvPr/>
        </p:nvPicPr>
        <p:blipFill>
          <a:blip r:embed="rId2"/>
          <a:stretch>
            <a:fillRect/>
          </a:stretch>
        </p:blipFill>
        <p:spPr>
          <a:xfrm>
            <a:off x="3905861" y="851082"/>
            <a:ext cx="4380278" cy="5505267"/>
          </a:xfrm>
          <a:prstGeom prst="rect">
            <a:avLst/>
          </a:prstGeom>
        </p:spPr>
      </p:pic>
    </p:spTree>
    <p:extLst>
      <p:ext uri="{BB962C8B-B14F-4D97-AF65-F5344CB8AC3E}">
        <p14:creationId xmlns:p14="http://schemas.microsoft.com/office/powerpoint/2010/main" val="109006615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34FC8B7A-B250-4F98-1BD5-88D3DC380E06}"/>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D16BDEFE-E8AD-A48F-3BFE-44ECC64795CB}"/>
              </a:ext>
            </a:extLst>
          </p:cNvPr>
          <p:cNvSpPr>
            <a:spLocks noGrp="1"/>
          </p:cNvSpPr>
          <p:nvPr>
            <p:ph type="ctrTitle"/>
          </p:nvPr>
        </p:nvSpPr>
        <p:spPr>
          <a:xfrm>
            <a:off x="6924518" y="1667833"/>
            <a:ext cx="4941771" cy="3200400"/>
          </a:xfrm>
        </p:spPr>
        <p:txBody>
          <a:bodyPr anchor="ctr"/>
          <a:lstStyle/>
          <a:p>
            <a:r>
              <a:rPr lang="en-US" dirty="0"/>
              <a:t>Thanks to all</a:t>
            </a:r>
          </a:p>
        </p:txBody>
      </p:sp>
    </p:spTree>
    <p:extLst>
      <p:ext uri="{BB962C8B-B14F-4D97-AF65-F5344CB8AC3E}">
        <p14:creationId xmlns:p14="http://schemas.microsoft.com/office/powerpoint/2010/main" val="358228076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ABF691C-888B-4061-8A6F-D5CE84A0254B}">
  <ds:schemaRefs>
    <ds:schemaRef ds:uri="http://schemas.microsoft.com/sharepoint/v3/contenttype/forms"/>
  </ds:schemaRefs>
</ds:datastoreItem>
</file>

<file path=customXml/itemProps2.xml><?xml version="1.0" encoding="utf-8"?>
<ds:datastoreItem xmlns:ds="http://schemas.openxmlformats.org/officeDocument/2006/customXml" ds:itemID="{49168DCE-134F-4610-A6AA-88CEBE8D71D2}">
  <ds:schemaRefs>
    <ds:schemaRef ds:uri="http://schemas.microsoft.com/office/2006/metadata/properties"/>
    <ds:schemaRef ds:uri="http://purl.org/dc/terms/"/>
    <ds:schemaRef ds:uri="http://www.w3.org/XML/1998/namespace"/>
    <ds:schemaRef ds:uri="http://purl.org/dc/dcmitype/"/>
    <ds:schemaRef ds:uri="http://purl.org/dc/elements/1.1/"/>
    <ds:schemaRef ds:uri="http://schemas.microsoft.com/office/2006/documentManagement/types"/>
    <ds:schemaRef ds:uri="http://schemas.microsoft.com/office/infopath/2007/PartnerControls"/>
    <ds:schemaRef ds:uri="http://schemas.openxmlformats.org/package/2006/metadata/core-properties"/>
    <ds:schemaRef ds:uri="16c05727-aa75-4e4a-9b5f-8a80a1165891"/>
    <ds:schemaRef ds:uri="230e9df3-be65-4c73-a93b-d1236ebd677e"/>
    <ds:schemaRef ds:uri="71af3243-3dd4-4a8d-8c0d-dd76da1f02a5"/>
    <ds:schemaRef ds:uri="http://schemas.microsoft.com/sharepoint/v3"/>
  </ds:schemaRefs>
</ds:datastoreItem>
</file>

<file path=customXml/itemProps3.xml><?xml version="1.0" encoding="utf-8"?>
<ds:datastoreItem xmlns:ds="http://schemas.openxmlformats.org/officeDocument/2006/customXml" ds:itemID="{5EDE3176-A15D-46A3-BDDB-64A0D736322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392</TotalTime>
  <Words>990</Words>
  <Application>Microsoft Office PowerPoint</Application>
  <PresentationFormat>Widescreen</PresentationFormat>
  <Paragraphs>132</Paragraphs>
  <Slides>31</Slides>
  <Notes>14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31</vt:i4>
      </vt:variant>
    </vt:vector>
  </HeadingPairs>
  <TitlesOfParts>
    <vt:vector size="37" baseType="lpstr">
      <vt:lpstr>Arial</vt:lpstr>
      <vt:lpstr>Calibri</vt:lpstr>
      <vt:lpstr>Calibri Light</vt:lpstr>
      <vt:lpstr>Euclid Circular A</vt:lpstr>
      <vt:lpstr>Franklin Gothic Demi</vt:lpstr>
      <vt:lpstr>Office Theme</vt:lpstr>
      <vt:lpstr> A Retrieval-Augmented based Agentic Chatbot</vt:lpstr>
      <vt:lpstr>Introduction</vt:lpstr>
      <vt:lpstr>Limitation of Existing Works</vt:lpstr>
      <vt:lpstr>Problem Statement</vt:lpstr>
      <vt:lpstr>Objective</vt:lpstr>
      <vt:lpstr>RAG</vt:lpstr>
      <vt:lpstr>Types of RAG</vt:lpstr>
      <vt:lpstr>Proposed System Model MODEL</vt:lpstr>
      <vt:lpstr>PowerPoint Presentation</vt:lpstr>
      <vt:lpstr>PowerPoint Presentation</vt:lpstr>
      <vt:lpstr>Implementation</vt:lpstr>
      <vt:lpstr>PowerPoint Presentation</vt:lpstr>
      <vt:lpstr>Artificial Intelligence  </vt:lpstr>
      <vt:lpstr>PowerPoint Presentation</vt:lpstr>
      <vt:lpstr>PowerPoint Presentation</vt:lpstr>
      <vt:lpstr>PowerPoint Presentation</vt:lpstr>
      <vt:lpstr>PowerPoint Presentation</vt:lpstr>
      <vt:lpstr>PowerPoint Presentation</vt:lpstr>
      <vt:lpstr>Frontend</vt:lpstr>
      <vt:lpstr>Component section</vt:lpstr>
      <vt:lpstr>PowerPoint Presentation</vt:lpstr>
      <vt:lpstr>PowerPoint Presentation</vt:lpstr>
      <vt:lpstr>PowerPoint Presentation</vt:lpstr>
      <vt:lpstr>PowerPoint Presentation</vt:lpstr>
      <vt:lpstr>Achievement of OBJECTIVE</vt:lpstr>
      <vt:lpstr>Result Analysis</vt:lpstr>
      <vt:lpstr>This project works to fill the gaps</vt:lpstr>
      <vt:lpstr>PowerPoint Presentation</vt:lpstr>
      <vt:lpstr>PowerPoint Presentation</vt:lpstr>
      <vt:lpstr>PowerPoint Presentation</vt:lpstr>
      <vt:lpstr>Thanks to all</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Retrieval-Augmented based Agentic Chatbot</dc:title>
  <dc:creator>Amit Rayhan</dc:creator>
  <cp:lastModifiedBy>Engr. Mohammad Obaid</cp:lastModifiedBy>
  <cp:revision>8</cp:revision>
  <dcterms:created xsi:type="dcterms:W3CDTF">2025-09-13T09:39:16Z</dcterms:created>
  <dcterms:modified xsi:type="dcterms:W3CDTF">2025-10-10T13:18:25Z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